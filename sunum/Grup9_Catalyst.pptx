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2.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 id="258" r:id="rId6"/>
    <p:sldId id="259" r:id="rId7"/>
    <p:sldId id="260" r:id="rId8"/>
    <p:sldId id="261" r:id="rId9"/>
    <p:sldId id="264" r:id="rId10"/>
    <p:sldId id="263" r:id="rId11"/>
  </p:sldIdLst>
  <p:sldSz cx="18288000" cy="10287000"/>
  <p:notesSz cx="6858000" cy="9144000"/>
  <p:embeddedFontLst>
    <p:embeddedFont>
      <p:font typeface="Poppins" panose="00000500000000000000" pitchFamily="2" charset="-94"/>
      <p:regular r:id="rId12"/>
      <p:bold r:id="rId13"/>
      <p:italic r:id="rId14"/>
      <p:boldItalic r:id="rId15"/>
    </p:embeddedFont>
    <p:embeddedFont>
      <p:font typeface="Poppins Bold" panose="00000800000000000000" charset="0"/>
      <p:regular r:id="rId16"/>
      <p:bold r:id="rId17"/>
      <p:italic r:id="rId18"/>
      <p:boldItalic r:id="rId19"/>
    </p:embeddedFont>
    <p:embeddedFont>
      <p:font typeface="Poppins Semi-Bold" panose="020B0604020202020204" charset="-94"/>
      <p:regular r:id="rId20"/>
      <p:bold r:id="rId21"/>
      <p:italic r:id="rId22"/>
      <p:boldItalic r:id="rId23"/>
    </p:embeddedFont>
    <p:embeddedFont>
      <p:font typeface="Poppins Thin" panose="00000300000000000000" pitchFamily="2" charset="-94"/>
      <p:regular r:id="rId24"/>
      <p: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2" autoAdjust="0"/>
    <p:restoredTop sz="94626" autoAdjust="0"/>
  </p:normalViewPr>
  <p:slideViewPr>
    <p:cSldViewPr>
      <p:cViewPr varScale="1">
        <p:scale>
          <a:sx n="60" d="100"/>
          <a:sy n="60" d="100"/>
        </p:scale>
        <p:origin x="39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font" Target="fonts/font1.fntdata"/><Relationship Id="rId13" Type="http://schemas.openxmlformats.org/officeDocument/2006/relationships/font" Target="fonts/font2.fntdata"/><Relationship Id="rId14" Type="http://schemas.openxmlformats.org/officeDocument/2006/relationships/font" Target="fonts/font3.fntdata"/><Relationship Id="rId15" Type="http://schemas.openxmlformats.org/officeDocument/2006/relationships/font" Target="fonts/font4.fntdata"/><Relationship Id="rId16" Type="http://schemas.openxmlformats.org/officeDocument/2006/relationships/font" Target="fonts/font5.fntdata"/><Relationship Id="rId17" Type="http://schemas.openxmlformats.org/officeDocument/2006/relationships/font" Target="fonts/font6.fntdata"/><Relationship Id="rId18" Type="http://schemas.openxmlformats.org/officeDocument/2006/relationships/font" Target="fonts/font7.fntdata"/><Relationship Id="rId19" Type="http://schemas.openxmlformats.org/officeDocument/2006/relationships/font" Target="fonts/font8.fntdata"/><Relationship Id="rId20" Type="http://schemas.openxmlformats.org/officeDocument/2006/relationships/font" Target="fonts/font9.fntdata"/><Relationship Id="rId21" Type="http://schemas.openxmlformats.org/officeDocument/2006/relationships/font" Target="fonts/font10.fntdata"/><Relationship Id="rId22" Type="http://schemas.openxmlformats.org/officeDocument/2006/relationships/font" Target="fonts/font11.fntdata"/><Relationship Id="rId23" Type="http://schemas.openxmlformats.org/officeDocument/2006/relationships/font" Target="fonts/font12.fntdata"/><Relationship Id="rId24" Type="http://schemas.openxmlformats.org/officeDocument/2006/relationships/font" Target="fonts/font13.fntdata"/><Relationship Id="rId25" Type="http://schemas.openxmlformats.org/officeDocument/2006/relationships/font" Target="fonts/font14.fntdata"/><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Catalyst, komponent envanteri için karar destek platformu. Filo yüzde 67 büyürken talep yüzde 63 ile 68 arası artıyor. Asıl kırılma büyümede değil, talebin yer değiştirmesinde. Bütün sayılar üç resmi veri setinden geliyor ve yeniden üretilebilir.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dört sayıyla anlatılıyor. Talep yüzde 63 ile 68 arası artıyor ama asıl kırılma dağılımda: yeni nesil payı 34’ten 65’e çıkıyor ve bu parçaların geçmiş verisi yok. 72 parçanın stoğu bitmek üzere, açık siparişi bile yok, 11’i uçağı yerde bırakır. Kapatma maliyeti yalnızca 0,7 milyon dolar, yani sorun para değil süreç. İstasyon tablosu yapının dağıldığını gösteriyor: İGA uçak yükü yüzde 52, İzmir yüzde 82 artıyor, merkezi depo varsayımı 2033’te geçerli değil. Kategoriler de farklı hızda büyüyor, yüzde 40’a karşı yüzde 91, tek katsayıyla plan yapılamaz.</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Altı adımı üç fazda anlatıyoruz: görünürlük, öngörü, aksiyon. Geçiş tarihe değil ölçüte bağlı. Mevcut sistemlere hiçbir şey yazmıyoruz, kurulum riski taşımıyor. Kayıtlar birleşince gerçek tamir süreleri olaylardan ölçülür. Tahmin gruba göre yöntem seçer, geçmişi olmayan parça benzerinden başlar. Alarm önerisiyle gelir, min-max kendini günceller. Aksiyonlar süre ve maliyet puanıyla sıralanır. En alttaki şerit yol haritası: acil getirim, bekleme penceresi bakımı, eşzamanlı bakımda parça değişimi, geri bildirimle öğrenen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Beş ekranı canlı gösteriyoruz. Dashboard tek bir HTML dosyası, USB’den açılıyor ve salon ağına ihtiyaç duymuyor. Her sayı koddan yeniden üretilebiliyor. Demo akışı: kokpitteki alarmdan watchlist’e, oradan parça detayına, sonra harita ve senaryoya.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Solda tahmin motoru: 1, 5 ve 10 yıllık ufuk. Akış dört adım: istatistik tabanı, AI düzeltmesi, insan onayı, geri bildirim. Kabul oranı modeli eğitir, eşik geçilmeden otomasyon yok. Doğrulama üç sayı: float yüzde 97, geri test binde 4, simülasyon yüzde 99,5. Sağda Copilot vizyonu sohbet maketiyle: uçak sorulur, cevap dashboard verisinden gelir, öneri gerekçesiyle birlikte. Her cevap loglanır ve merkezi rapor formatına düşer, mimari mikroservis. Copilot bugün prototipte yok, ikinci faz vizyonudur ve bunu açıkça söylüyoruz.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Üç sütun üç sayıyla konuşuyor. Öncelik: üç para akışı 67,8, 23,3’ten 39’a ve 52 milyon dolar; kabiliyet yatırımı yılda 12,1 milyon getiriyor; bütçe optimizasyonu her alımı harcanan dolar başına kapanan riske göre sıralıyor ve ilk milyonlar en çok işe yarıyor. Kriz: motor ailesi krizi tek tıkla deneniyor, kırmızı 134’ten 477’ye çıkıyor, simülasyon 796 parça ve 39,4 milyon ek ihtiyaç gösteriyor; kütüphanede pandemi, OEM gecikmesi, lojistik ve kur şoku hazır. Başarı: siparişsiz kritik parça sıfıra iner, yerde bekleyen uçak oranı düşer, servis stok şişirerek değil tedarik süresi kısaltarak korunur.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Kapanış cümlesini söyleyip risk paneline bir cümleyle değiniyoruz: riskleri biliyoruz ve her birinin karşılığı tasarımda var. Sonra sorulara geçiyoruz. Resmi yedi sorunun slayt eşlemesi SUNUM_KILAVUZU içinde, hazır cevaplar el notunun ikinci sayfasında.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7.png"/><Relationship Id="rId7" Type="http://schemas.openxmlformats.org/officeDocument/2006/relationships/image" Target="../media/image8.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9.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3.png"/><Relationship Id="rId4" Type="http://schemas.openxmlformats.org/officeDocument/2006/relationships/image" Target="../media/image4.svg"/><Relationship Id="rId5" Type="http://schemas.openxmlformats.org/officeDocument/2006/relationships/image" Target="../media/image5.png"/><Relationship Id="rId6"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40C4AC15-954A-44BC-9468-D5B2235FAA48}"/>
              </a:ext>
            </a:extLst>
          </p:cNvPr>
          <p:cNvSpPr/>
          <p:nvPr userDrawn="1"/>
        </p:nvSpPr>
        <p:spPr>
          <a:xfrm>
            <a:off x="0" y="-3810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2" name="Title 1">
            <a:extLst>
              <a:ext uri="{FF2B5EF4-FFF2-40B4-BE49-F238E27FC236}">
                <a16:creationId xmlns:a16="http://schemas.microsoft.com/office/drawing/2014/main" id="{769AADC2-1C3F-460C-A6B0-A4C520D8B255}"/>
              </a:ext>
            </a:extLst>
          </p:cNvPr>
          <p:cNvSpPr>
            <a:spLocks noGrp="1"/>
          </p:cNvSpPr>
          <p:nvPr>
            <p:ph type="title"/>
          </p:nvPr>
        </p:nvSpPr>
        <p:spPr>
          <a:xfrm>
            <a:off x="9216675" y="4552950"/>
            <a:ext cx="8229600" cy="1143000"/>
          </a:xfrm>
        </p:spPr>
        <p:txBody>
          <a:bodyPr/>
          <a:lstStyle>
            <a:lvl1pPr>
              <a:defRPr b="1">
                <a:solidFill>
                  <a:schemeClr val="bg1"/>
                </a:solidFill>
                <a:latin typeface="Poppins Bold" panose="00000800000000000000" charset="0"/>
                <a:cs typeface="Poppins Bold" panose="00000800000000000000" charset="0"/>
              </a:defRPr>
            </a:lvl1pPr>
          </a:lstStyle>
          <a:p>
            <a:r>
              <a:rPr lang="en-US" dirty="0"/>
              <a:t>Click to edit Master title style</a:t>
            </a:r>
            <a:endParaRPr lang="tr-TR" dirty="0"/>
          </a:p>
        </p:txBody>
      </p:sp>
      <p:grpSp>
        <p:nvGrpSpPr>
          <p:cNvPr id="7" name="Group 6">
            <a:extLst>
              <a:ext uri="{FF2B5EF4-FFF2-40B4-BE49-F238E27FC236}">
                <a16:creationId xmlns:a16="http://schemas.microsoft.com/office/drawing/2014/main" id="{176B7A02-A1C4-4F4B-87C8-FE783F5BF49D}"/>
              </a:ext>
            </a:extLst>
          </p:cNvPr>
          <p:cNvGrpSpPr/>
          <p:nvPr userDrawn="1"/>
        </p:nvGrpSpPr>
        <p:grpSpPr>
          <a:xfrm>
            <a:off x="6976643" y="9196504"/>
            <a:ext cx="4334713" cy="621106"/>
            <a:chOff x="0" y="0"/>
            <a:chExt cx="5779617" cy="828141"/>
          </a:xfrm>
        </p:grpSpPr>
        <p:grpSp>
          <p:nvGrpSpPr>
            <p:cNvPr id="8" name="Group 7">
              <a:extLst>
                <a:ext uri="{FF2B5EF4-FFF2-40B4-BE49-F238E27FC236}">
                  <a16:creationId xmlns:a16="http://schemas.microsoft.com/office/drawing/2014/main" id="{A12AA141-5B5D-4132-8536-48835EE13883}"/>
                </a:ext>
              </a:extLst>
            </p:cNvPr>
            <p:cNvGrpSpPr>
              <a:grpSpLocks noChangeAspect="1"/>
            </p:cNvGrpSpPr>
            <p:nvPr/>
          </p:nvGrpSpPr>
          <p:grpSpPr>
            <a:xfrm>
              <a:off x="0" y="0"/>
              <a:ext cx="828141" cy="828141"/>
              <a:chOff x="0" y="0"/>
              <a:chExt cx="1283043" cy="1283043"/>
            </a:xfrm>
          </p:grpSpPr>
          <p:sp>
            <p:nvSpPr>
              <p:cNvPr id="28" name="Freeform 9">
                <a:extLst>
                  <a:ext uri="{FF2B5EF4-FFF2-40B4-BE49-F238E27FC236}">
                    <a16:creationId xmlns:a16="http://schemas.microsoft.com/office/drawing/2014/main" id="{31CF3641-4E64-4EC8-A8A5-281A27AD1EA6}"/>
                  </a:ext>
                </a:extLst>
              </p:cNvPr>
              <p:cNvSpPr/>
              <p:nvPr/>
            </p:nvSpPr>
            <p:spPr>
              <a:xfrm>
                <a:off x="63500" y="63500"/>
                <a:ext cx="1156081" cy="1156081"/>
              </a:xfrm>
              <a:custGeom>
                <a:avLst/>
                <a:gdLst/>
                <a:ahLst/>
                <a:cxnLst/>
                <a:rect l="l" t="t" r="r" b="b"/>
                <a:pathLst>
                  <a:path w="1156081" h="1156081">
                    <a:moveTo>
                      <a:pt x="425450" y="590677"/>
                    </a:moveTo>
                    <a:cubicBezTo>
                      <a:pt x="473837" y="408813"/>
                      <a:pt x="418592" y="218186"/>
                      <a:pt x="286512" y="117094"/>
                    </a:cubicBezTo>
                    <a:cubicBezTo>
                      <a:pt x="106553" y="231013"/>
                      <a:pt x="2794" y="445262"/>
                      <a:pt x="40259" y="668401"/>
                    </a:cubicBezTo>
                    <a:cubicBezTo>
                      <a:pt x="52578" y="742188"/>
                      <a:pt x="79375" y="809879"/>
                      <a:pt x="116967" y="869315"/>
                    </a:cubicBezTo>
                    <a:cubicBezTo>
                      <a:pt x="257810" y="830199"/>
                      <a:pt x="381508" y="756031"/>
                      <a:pt x="425450" y="590677"/>
                    </a:cubicBezTo>
                    <a:moveTo>
                      <a:pt x="668274" y="1115695"/>
                    </a:moveTo>
                    <a:cubicBezTo>
                      <a:pt x="965327" y="1065784"/>
                      <a:pt x="1165479" y="784606"/>
                      <a:pt x="1115568" y="487680"/>
                    </a:cubicBezTo>
                    <a:cubicBezTo>
                      <a:pt x="1074166" y="240665"/>
                      <a:pt x="872617" y="60579"/>
                      <a:pt x="635127" y="35687"/>
                    </a:cubicBezTo>
                    <a:cubicBezTo>
                      <a:pt x="587121" y="30607"/>
                      <a:pt x="537591" y="32004"/>
                      <a:pt x="487680" y="40386"/>
                    </a:cubicBezTo>
                    <a:cubicBezTo>
                      <a:pt x="428498" y="50292"/>
                      <a:pt x="373253" y="69596"/>
                      <a:pt x="322961" y="96266"/>
                    </a:cubicBezTo>
                    <a:cubicBezTo>
                      <a:pt x="584708" y="185039"/>
                      <a:pt x="725424" y="320040"/>
                      <a:pt x="735203" y="458216"/>
                    </a:cubicBezTo>
                    <a:cubicBezTo>
                      <a:pt x="740029" y="543560"/>
                      <a:pt x="700278" y="605282"/>
                      <a:pt x="648208" y="655701"/>
                    </a:cubicBezTo>
                    <a:lnTo>
                      <a:pt x="1018286" y="629793"/>
                    </a:lnTo>
                    <a:cubicBezTo>
                      <a:pt x="1028827" y="629031"/>
                      <a:pt x="1032002" y="641223"/>
                      <a:pt x="1019302" y="644906"/>
                    </a:cubicBezTo>
                    <a:lnTo>
                      <a:pt x="136525" y="898017"/>
                    </a:lnTo>
                    <a:cubicBezTo>
                      <a:pt x="226314" y="1021715"/>
                      <a:pt x="366014" y="1104138"/>
                      <a:pt x="520827" y="1120267"/>
                    </a:cubicBezTo>
                    <a:cubicBezTo>
                      <a:pt x="568833" y="1125347"/>
                      <a:pt x="618363" y="1123950"/>
                      <a:pt x="668274" y="1115568"/>
                    </a:cubicBezTo>
                    <a:moveTo>
                      <a:pt x="638429" y="3175"/>
                    </a:moveTo>
                    <a:cubicBezTo>
                      <a:pt x="929259" y="33401"/>
                      <a:pt x="1155954" y="279146"/>
                      <a:pt x="1156081" y="577850"/>
                    </a:cubicBezTo>
                    <a:cubicBezTo>
                      <a:pt x="1156208" y="897128"/>
                      <a:pt x="897509" y="1155954"/>
                      <a:pt x="578231" y="1156081"/>
                    </a:cubicBezTo>
                    <a:cubicBezTo>
                      <a:pt x="258953" y="1156208"/>
                      <a:pt x="127" y="897382"/>
                      <a:pt x="0" y="578231"/>
                    </a:cubicBezTo>
                    <a:cubicBezTo>
                      <a:pt x="-127" y="259080"/>
                      <a:pt x="258572" y="127"/>
                      <a:pt x="577850" y="0"/>
                    </a:cubicBezTo>
                    <a:cubicBezTo>
                      <a:pt x="598297" y="0"/>
                      <a:pt x="618617" y="1143"/>
                      <a:pt x="638556" y="3175"/>
                    </a:cubicBezTo>
                  </a:path>
                </a:pathLst>
              </a:custGeom>
              <a:solidFill>
                <a:srgbClr val="FFFFFF"/>
              </a:solidFill>
            </p:spPr>
          </p:sp>
          <p:sp>
            <p:nvSpPr>
              <p:cNvPr id="29" name="Freeform 10">
                <a:extLst>
                  <a:ext uri="{FF2B5EF4-FFF2-40B4-BE49-F238E27FC236}">
                    <a16:creationId xmlns:a16="http://schemas.microsoft.com/office/drawing/2014/main" id="{115E3711-7BE4-4F71-B24C-4C5719C8BB43}"/>
                  </a:ext>
                </a:extLst>
              </p:cNvPr>
              <p:cNvSpPr/>
              <p:nvPr/>
            </p:nvSpPr>
            <p:spPr>
              <a:xfrm>
                <a:off x="96146" y="96229"/>
                <a:ext cx="1090550" cy="1090624"/>
              </a:xfrm>
              <a:custGeom>
                <a:avLst/>
                <a:gdLst/>
                <a:ahLst/>
                <a:cxnLst/>
                <a:rect l="l" t="t" r="r" b="b"/>
                <a:pathLst>
                  <a:path w="1090550" h="1090624">
                    <a:moveTo>
                      <a:pt x="7613" y="635672"/>
                    </a:moveTo>
                    <a:cubicBezTo>
                      <a:pt x="19932" y="709459"/>
                      <a:pt x="46729" y="777277"/>
                      <a:pt x="84321" y="836586"/>
                    </a:cubicBezTo>
                    <a:cubicBezTo>
                      <a:pt x="225164" y="797470"/>
                      <a:pt x="348735" y="723302"/>
                      <a:pt x="392804" y="557948"/>
                    </a:cubicBezTo>
                    <a:cubicBezTo>
                      <a:pt x="441191" y="376084"/>
                      <a:pt x="385946" y="185457"/>
                      <a:pt x="253866" y="84365"/>
                    </a:cubicBezTo>
                    <a:cubicBezTo>
                      <a:pt x="73907" y="198284"/>
                      <a:pt x="-29852" y="412533"/>
                      <a:pt x="7613" y="635672"/>
                    </a:cubicBezTo>
                    <a:moveTo>
                      <a:pt x="1082922" y="455078"/>
                    </a:moveTo>
                    <a:cubicBezTo>
                      <a:pt x="1132833" y="752004"/>
                      <a:pt x="932554" y="1033182"/>
                      <a:pt x="635628" y="1082966"/>
                    </a:cubicBezTo>
                    <a:cubicBezTo>
                      <a:pt x="585717" y="1091348"/>
                      <a:pt x="536060" y="1092745"/>
                      <a:pt x="488181" y="1087665"/>
                    </a:cubicBezTo>
                    <a:cubicBezTo>
                      <a:pt x="333241" y="1071536"/>
                      <a:pt x="193668" y="989113"/>
                      <a:pt x="103752" y="865415"/>
                    </a:cubicBezTo>
                    <a:lnTo>
                      <a:pt x="986529" y="612177"/>
                    </a:lnTo>
                    <a:cubicBezTo>
                      <a:pt x="999229" y="608494"/>
                      <a:pt x="995927" y="596302"/>
                      <a:pt x="985513" y="597064"/>
                    </a:cubicBezTo>
                    <a:lnTo>
                      <a:pt x="615435" y="622972"/>
                    </a:lnTo>
                    <a:cubicBezTo>
                      <a:pt x="667632" y="572680"/>
                      <a:pt x="707256" y="510958"/>
                      <a:pt x="702430" y="425487"/>
                    </a:cubicBezTo>
                    <a:cubicBezTo>
                      <a:pt x="692651" y="287184"/>
                      <a:pt x="551935" y="152310"/>
                      <a:pt x="290188" y="63537"/>
                    </a:cubicBezTo>
                    <a:cubicBezTo>
                      <a:pt x="340480" y="36867"/>
                      <a:pt x="395725" y="17563"/>
                      <a:pt x="454907" y="7657"/>
                    </a:cubicBezTo>
                    <a:cubicBezTo>
                      <a:pt x="504818" y="-725"/>
                      <a:pt x="554475" y="-2122"/>
                      <a:pt x="602354" y="2958"/>
                    </a:cubicBezTo>
                    <a:cubicBezTo>
                      <a:pt x="839844" y="27850"/>
                      <a:pt x="1041393" y="207936"/>
                      <a:pt x="1082922" y="455078"/>
                    </a:cubicBezTo>
                  </a:path>
                </a:pathLst>
              </a:custGeom>
              <a:solidFill>
                <a:srgbClr val="C90C0F"/>
              </a:solidFill>
            </p:spPr>
          </p:sp>
        </p:grpSp>
        <p:grpSp>
          <p:nvGrpSpPr>
            <p:cNvPr id="9" name="Group 11">
              <a:extLst>
                <a:ext uri="{FF2B5EF4-FFF2-40B4-BE49-F238E27FC236}">
                  <a16:creationId xmlns:a16="http://schemas.microsoft.com/office/drawing/2014/main" id="{C8E7BF4F-B3B1-434D-92DE-8C1125936B04}"/>
                </a:ext>
              </a:extLst>
            </p:cNvPr>
            <p:cNvGrpSpPr>
              <a:grpSpLocks noChangeAspect="1"/>
            </p:cNvGrpSpPr>
            <p:nvPr/>
          </p:nvGrpSpPr>
          <p:grpSpPr>
            <a:xfrm>
              <a:off x="947681" y="221817"/>
              <a:ext cx="1879107" cy="382761"/>
              <a:chOff x="0" y="0"/>
              <a:chExt cx="2911310" cy="593014"/>
            </a:xfrm>
          </p:grpSpPr>
          <p:sp>
            <p:nvSpPr>
              <p:cNvPr id="21" name="Freeform 12">
                <a:extLst>
                  <a:ext uri="{FF2B5EF4-FFF2-40B4-BE49-F238E27FC236}">
                    <a16:creationId xmlns:a16="http://schemas.microsoft.com/office/drawing/2014/main" id="{12748B4F-251C-4026-BF82-BB8C0DF11356}"/>
                  </a:ext>
                </a:extLst>
              </p:cNvPr>
              <p:cNvSpPr/>
              <p:nvPr/>
            </p:nvSpPr>
            <p:spPr>
              <a:xfrm>
                <a:off x="2447290" y="70485"/>
                <a:ext cx="400558" cy="452755"/>
              </a:xfrm>
              <a:custGeom>
                <a:avLst/>
                <a:gdLst/>
                <a:ahLst/>
                <a:cxnLst/>
                <a:rect l="l" t="t" r="r" b="b"/>
                <a:pathLst>
                  <a:path w="400558" h="452755">
                    <a:moveTo>
                      <a:pt x="295148" y="452755"/>
                    </a:moveTo>
                    <a:lnTo>
                      <a:pt x="295148" y="262636"/>
                    </a:lnTo>
                    <a:lnTo>
                      <a:pt x="104648" y="262636"/>
                    </a:lnTo>
                    <a:lnTo>
                      <a:pt x="104648" y="452755"/>
                    </a:lnTo>
                    <a:lnTo>
                      <a:pt x="0" y="452755"/>
                    </a:lnTo>
                    <a:lnTo>
                      <a:pt x="0" y="0"/>
                    </a:lnTo>
                    <a:lnTo>
                      <a:pt x="104648" y="0"/>
                    </a:lnTo>
                    <a:lnTo>
                      <a:pt x="104648" y="180340"/>
                    </a:lnTo>
                    <a:lnTo>
                      <a:pt x="295148" y="180340"/>
                    </a:lnTo>
                    <a:lnTo>
                      <a:pt x="295148" y="0"/>
                    </a:lnTo>
                    <a:lnTo>
                      <a:pt x="400558" y="0"/>
                    </a:lnTo>
                    <a:lnTo>
                      <a:pt x="400558" y="452755"/>
                    </a:lnTo>
                    <a:close/>
                  </a:path>
                </a:pathLst>
              </a:custGeom>
              <a:solidFill>
                <a:srgbClr val="FFFFFF"/>
              </a:solidFill>
            </p:spPr>
          </p:sp>
          <p:sp>
            <p:nvSpPr>
              <p:cNvPr id="22" name="Freeform 13">
                <a:extLst>
                  <a:ext uri="{FF2B5EF4-FFF2-40B4-BE49-F238E27FC236}">
                    <a16:creationId xmlns:a16="http://schemas.microsoft.com/office/drawing/2014/main" id="{BF0945CF-C5E7-4D06-A42D-95740C880773}"/>
                  </a:ext>
                </a:extLst>
              </p:cNvPr>
              <p:cNvSpPr/>
              <p:nvPr/>
            </p:nvSpPr>
            <p:spPr>
              <a:xfrm>
                <a:off x="488188" y="70485"/>
                <a:ext cx="379476" cy="458724"/>
              </a:xfrm>
              <a:custGeom>
                <a:avLst/>
                <a:gdLst/>
                <a:ahLst/>
                <a:cxnLst/>
                <a:rect l="l" t="t" r="r" b="b"/>
                <a:pathLst>
                  <a:path w="379476" h="458724">
                    <a:moveTo>
                      <a:pt x="0" y="0"/>
                    </a:moveTo>
                    <a:lnTo>
                      <a:pt x="0" y="283464"/>
                    </a:lnTo>
                    <a:cubicBezTo>
                      <a:pt x="0" y="314833"/>
                      <a:pt x="4572" y="341884"/>
                      <a:pt x="13716" y="363982"/>
                    </a:cubicBezTo>
                    <a:cubicBezTo>
                      <a:pt x="22733" y="385826"/>
                      <a:pt x="35814" y="403987"/>
                      <a:pt x="52705" y="417957"/>
                    </a:cubicBezTo>
                    <a:cubicBezTo>
                      <a:pt x="69723" y="432054"/>
                      <a:pt x="90170" y="442468"/>
                      <a:pt x="113538" y="448818"/>
                    </a:cubicBezTo>
                    <a:cubicBezTo>
                      <a:pt x="137287" y="455422"/>
                      <a:pt x="164084" y="458724"/>
                      <a:pt x="193167" y="458724"/>
                    </a:cubicBezTo>
                    <a:cubicBezTo>
                      <a:pt x="222250" y="458724"/>
                      <a:pt x="248793" y="455422"/>
                      <a:pt x="272034" y="448818"/>
                    </a:cubicBezTo>
                    <a:cubicBezTo>
                      <a:pt x="294894" y="442341"/>
                      <a:pt x="314452" y="432054"/>
                      <a:pt x="330073" y="418084"/>
                    </a:cubicBezTo>
                    <a:cubicBezTo>
                      <a:pt x="345694" y="404114"/>
                      <a:pt x="358013" y="385953"/>
                      <a:pt x="366522" y="363982"/>
                    </a:cubicBezTo>
                    <a:cubicBezTo>
                      <a:pt x="375031" y="342011"/>
                      <a:pt x="379476" y="314833"/>
                      <a:pt x="379476" y="283337"/>
                    </a:cubicBezTo>
                    <a:lnTo>
                      <a:pt x="379476" y="0"/>
                    </a:lnTo>
                    <a:lnTo>
                      <a:pt x="281813" y="0"/>
                    </a:lnTo>
                    <a:lnTo>
                      <a:pt x="281813" y="280416"/>
                    </a:lnTo>
                    <a:cubicBezTo>
                      <a:pt x="281813" y="308991"/>
                      <a:pt x="274701" y="331978"/>
                      <a:pt x="260731" y="348996"/>
                    </a:cubicBezTo>
                    <a:cubicBezTo>
                      <a:pt x="246507" y="366268"/>
                      <a:pt x="223774" y="374904"/>
                      <a:pt x="193294" y="374904"/>
                    </a:cubicBezTo>
                    <a:cubicBezTo>
                      <a:pt x="163322" y="374904"/>
                      <a:pt x="140716" y="366268"/>
                      <a:pt x="126238" y="348996"/>
                    </a:cubicBezTo>
                    <a:cubicBezTo>
                      <a:pt x="112014" y="332105"/>
                      <a:pt x="104775" y="308991"/>
                      <a:pt x="104775" y="280416"/>
                    </a:cubicBezTo>
                    <a:lnTo>
                      <a:pt x="104775" y="0"/>
                    </a:lnTo>
                    <a:close/>
                  </a:path>
                </a:pathLst>
              </a:custGeom>
              <a:solidFill>
                <a:srgbClr val="FFFFFF"/>
              </a:solidFill>
            </p:spPr>
          </p:sp>
          <p:sp>
            <p:nvSpPr>
              <p:cNvPr id="23" name="Freeform 14">
                <a:extLst>
                  <a:ext uri="{FF2B5EF4-FFF2-40B4-BE49-F238E27FC236}">
                    <a16:creationId xmlns:a16="http://schemas.microsoft.com/office/drawing/2014/main" id="{E46969E5-79AC-4215-B268-98190A393BC8}"/>
                  </a:ext>
                </a:extLst>
              </p:cNvPr>
              <p:cNvSpPr/>
              <p:nvPr/>
            </p:nvSpPr>
            <p:spPr>
              <a:xfrm>
                <a:off x="63500" y="70485"/>
                <a:ext cx="351409" cy="452755"/>
              </a:xfrm>
              <a:custGeom>
                <a:avLst/>
                <a:gdLst/>
                <a:ahLst/>
                <a:cxnLst/>
                <a:rect l="l" t="t" r="r" b="b"/>
                <a:pathLst>
                  <a:path w="351409" h="452755">
                    <a:moveTo>
                      <a:pt x="123063" y="452755"/>
                    </a:moveTo>
                    <a:lnTo>
                      <a:pt x="123063" y="84582"/>
                    </a:lnTo>
                    <a:lnTo>
                      <a:pt x="0" y="84582"/>
                    </a:lnTo>
                    <a:lnTo>
                      <a:pt x="0" y="0"/>
                    </a:lnTo>
                    <a:lnTo>
                      <a:pt x="351409" y="0"/>
                    </a:lnTo>
                    <a:lnTo>
                      <a:pt x="351409" y="40640"/>
                    </a:lnTo>
                    <a:cubicBezTo>
                      <a:pt x="351409" y="64897"/>
                      <a:pt x="331724" y="84709"/>
                      <a:pt x="307467" y="84709"/>
                    </a:cubicBezTo>
                    <a:lnTo>
                      <a:pt x="227584" y="84709"/>
                    </a:lnTo>
                    <a:lnTo>
                      <a:pt x="227584" y="452755"/>
                    </a:lnTo>
                    <a:close/>
                  </a:path>
                </a:pathLst>
              </a:custGeom>
              <a:solidFill>
                <a:srgbClr val="FFFFFF"/>
              </a:solidFill>
            </p:spPr>
          </p:sp>
          <p:sp>
            <p:nvSpPr>
              <p:cNvPr id="24" name="Freeform 15">
                <a:extLst>
                  <a:ext uri="{FF2B5EF4-FFF2-40B4-BE49-F238E27FC236}">
                    <a16:creationId xmlns:a16="http://schemas.microsoft.com/office/drawing/2014/main" id="{ED8D07EA-114F-4D85-B1AC-B69994846A28}"/>
                  </a:ext>
                </a:extLst>
              </p:cNvPr>
              <p:cNvSpPr/>
              <p:nvPr/>
            </p:nvSpPr>
            <p:spPr>
              <a:xfrm>
                <a:off x="1867662" y="70485"/>
                <a:ext cx="104648" cy="452755"/>
              </a:xfrm>
              <a:custGeom>
                <a:avLst/>
                <a:gdLst/>
                <a:ahLst/>
                <a:cxnLst/>
                <a:rect l="l" t="t" r="r" b="b"/>
                <a:pathLst>
                  <a:path w="104648" h="452755">
                    <a:moveTo>
                      <a:pt x="0" y="0"/>
                    </a:moveTo>
                    <a:lnTo>
                      <a:pt x="104648" y="0"/>
                    </a:lnTo>
                    <a:lnTo>
                      <a:pt x="104648" y="452755"/>
                    </a:lnTo>
                    <a:lnTo>
                      <a:pt x="0" y="452755"/>
                    </a:lnTo>
                    <a:close/>
                  </a:path>
                </a:pathLst>
              </a:custGeom>
              <a:solidFill>
                <a:srgbClr val="FFFFFF"/>
              </a:solidFill>
            </p:spPr>
          </p:sp>
          <p:sp>
            <p:nvSpPr>
              <p:cNvPr id="25" name="Freeform 16">
                <a:extLst>
                  <a:ext uri="{FF2B5EF4-FFF2-40B4-BE49-F238E27FC236}">
                    <a16:creationId xmlns:a16="http://schemas.microsoft.com/office/drawing/2014/main" id="{C3A91E56-6A48-4A10-9850-81F1DE8C7856}"/>
                  </a:ext>
                </a:extLst>
              </p:cNvPr>
              <p:cNvSpPr/>
              <p:nvPr/>
            </p:nvSpPr>
            <p:spPr>
              <a:xfrm>
                <a:off x="1414653" y="70358"/>
                <a:ext cx="395605" cy="453009"/>
              </a:xfrm>
              <a:custGeom>
                <a:avLst/>
                <a:gdLst/>
                <a:ahLst/>
                <a:cxnLst/>
                <a:rect l="l" t="t" r="r" b="b"/>
                <a:pathLst>
                  <a:path w="395605" h="453009">
                    <a:moveTo>
                      <a:pt x="104648" y="241808"/>
                    </a:moveTo>
                    <a:lnTo>
                      <a:pt x="108204" y="246253"/>
                    </a:lnTo>
                    <a:lnTo>
                      <a:pt x="241808" y="418465"/>
                    </a:lnTo>
                    <a:cubicBezTo>
                      <a:pt x="258826" y="440436"/>
                      <a:pt x="284480" y="453009"/>
                      <a:pt x="312293" y="453009"/>
                    </a:cubicBezTo>
                    <a:lnTo>
                      <a:pt x="395605" y="453009"/>
                    </a:lnTo>
                    <a:lnTo>
                      <a:pt x="204089" y="209423"/>
                    </a:lnTo>
                    <a:lnTo>
                      <a:pt x="201295" y="205867"/>
                    </a:lnTo>
                    <a:lnTo>
                      <a:pt x="204089" y="202311"/>
                    </a:lnTo>
                    <a:lnTo>
                      <a:pt x="361569" y="0"/>
                    </a:lnTo>
                    <a:lnTo>
                      <a:pt x="252730" y="0"/>
                    </a:lnTo>
                    <a:lnTo>
                      <a:pt x="108331" y="195072"/>
                    </a:lnTo>
                    <a:lnTo>
                      <a:pt x="104648" y="199771"/>
                    </a:lnTo>
                    <a:lnTo>
                      <a:pt x="104648" y="191643"/>
                    </a:lnTo>
                    <a:lnTo>
                      <a:pt x="104648" y="0"/>
                    </a:lnTo>
                    <a:lnTo>
                      <a:pt x="0" y="0"/>
                    </a:lnTo>
                    <a:lnTo>
                      <a:pt x="0" y="452755"/>
                    </a:lnTo>
                    <a:lnTo>
                      <a:pt x="104648" y="452755"/>
                    </a:lnTo>
                    <a:lnTo>
                      <a:pt x="104648" y="249809"/>
                    </a:lnTo>
                    <a:close/>
                  </a:path>
                </a:pathLst>
              </a:custGeom>
              <a:solidFill>
                <a:srgbClr val="FFFFFF"/>
              </a:solidFill>
            </p:spPr>
          </p:sp>
          <p:sp>
            <p:nvSpPr>
              <p:cNvPr id="26" name="Freeform 17">
                <a:extLst>
                  <a:ext uri="{FF2B5EF4-FFF2-40B4-BE49-F238E27FC236}">
                    <a16:creationId xmlns:a16="http://schemas.microsoft.com/office/drawing/2014/main" id="{5FA1BC0B-D615-473E-9F47-CC8242E88B94}"/>
                  </a:ext>
                </a:extLst>
              </p:cNvPr>
              <p:cNvSpPr/>
              <p:nvPr/>
            </p:nvSpPr>
            <p:spPr>
              <a:xfrm>
                <a:off x="964565" y="70485"/>
                <a:ext cx="383032" cy="452755"/>
              </a:xfrm>
              <a:custGeom>
                <a:avLst/>
                <a:gdLst/>
                <a:ahLst/>
                <a:cxnLst/>
                <a:rect l="l" t="t" r="r" b="b"/>
                <a:pathLst>
                  <a:path w="383032" h="452755">
                    <a:moveTo>
                      <a:pt x="104521" y="207264"/>
                    </a:moveTo>
                    <a:lnTo>
                      <a:pt x="165481" y="207264"/>
                    </a:lnTo>
                    <a:cubicBezTo>
                      <a:pt x="187452" y="207264"/>
                      <a:pt x="204089" y="201295"/>
                      <a:pt x="215138" y="189357"/>
                    </a:cubicBezTo>
                    <a:cubicBezTo>
                      <a:pt x="226060" y="177673"/>
                      <a:pt x="231648" y="162433"/>
                      <a:pt x="231648" y="144018"/>
                    </a:cubicBezTo>
                    <a:cubicBezTo>
                      <a:pt x="231648" y="125222"/>
                      <a:pt x="226314" y="109728"/>
                      <a:pt x="215646" y="98044"/>
                    </a:cubicBezTo>
                    <a:cubicBezTo>
                      <a:pt x="204851" y="86106"/>
                      <a:pt x="187960" y="80137"/>
                      <a:pt x="165481" y="80137"/>
                    </a:cubicBezTo>
                    <a:lnTo>
                      <a:pt x="104521" y="80137"/>
                    </a:lnTo>
                    <a:close/>
                    <a:moveTo>
                      <a:pt x="313690" y="452755"/>
                    </a:moveTo>
                    <a:cubicBezTo>
                      <a:pt x="282702" y="452755"/>
                      <a:pt x="253492" y="436245"/>
                      <a:pt x="237490" y="409829"/>
                    </a:cubicBezTo>
                    <a:lnTo>
                      <a:pt x="156083" y="275336"/>
                    </a:lnTo>
                    <a:lnTo>
                      <a:pt x="104521" y="275336"/>
                    </a:lnTo>
                    <a:lnTo>
                      <a:pt x="104521" y="452628"/>
                    </a:lnTo>
                    <a:lnTo>
                      <a:pt x="0" y="452628"/>
                    </a:lnTo>
                    <a:lnTo>
                      <a:pt x="0" y="0"/>
                    </a:lnTo>
                    <a:lnTo>
                      <a:pt x="186309" y="0"/>
                    </a:lnTo>
                    <a:cubicBezTo>
                      <a:pt x="234188" y="0"/>
                      <a:pt x="271653" y="12446"/>
                      <a:pt x="297815" y="37084"/>
                    </a:cubicBezTo>
                    <a:cubicBezTo>
                      <a:pt x="323977" y="61722"/>
                      <a:pt x="337058" y="95377"/>
                      <a:pt x="337058" y="137160"/>
                    </a:cubicBezTo>
                    <a:cubicBezTo>
                      <a:pt x="337058" y="158369"/>
                      <a:pt x="331343" y="179959"/>
                      <a:pt x="320167" y="201168"/>
                    </a:cubicBezTo>
                    <a:cubicBezTo>
                      <a:pt x="309118" y="221996"/>
                      <a:pt x="289687" y="239014"/>
                      <a:pt x="262128" y="251841"/>
                    </a:cubicBezTo>
                    <a:lnTo>
                      <a:pt x="256032" y="254635"/>
                    </a:lnTo>
                    <a:lnTo>
                      <a:pt x="383032" y="452501"/>
                    </a:lnTo>
                    <a:close/>
                  </a:path>
                </a:pathLst>
              </a:custGeom>
              <a:solidFill>
                <a:srgbClr val="FFFFFF"/>
              </a:solidFill>
            </p:spPr>
          </p:sp>
          <p:sp>
            <p:nvSpPr>
              <p:cNvPr id="27" name="Freeform 18">
                <a:extLst>
                  <a:ext uri="{FF2B5EF4-FFF2-40B4-BE49-F238E27FC236}">
                    <a16:creationId xmlns:a16="http://schemas.microsoft.com/office/drawing/2014/main" id="{CE204E05-A309-4083-AA20-1A736BE875B4}"/>
                  </a:ext>
                </a:extLst>
              </p:cNvPr>
              <p:cNvSpPr/>
              <p:nvPr/>
            </p:nvSpPr>
            <p:spPr>
              <a:xfrm>
                <a:off x="2058162" y="63500"/>
                <a:ext cx="303276" cy="466217"/>
              </a:xfrm>
              <a:custGeom>
                <a:avLst/>
                <a:gdLst/>
                <a:ahLst/>
                <a:cxnLst/>
                <a:rect l="l" t="t" r="r" b="b"/>
                <a:pathLst>
                  <a:path w="303276" h="466217">
                    <a:moveTo>
                      <a:pt x="0" y="440436"/>
                    </a:moveTo>
                    <a:lnTo>
                      <a:pt x="0" y="353695"/>
                    </a:lnTo>
                    <a:cubicBezTo>
                      <a:pt x="33274" y="369062"/>
                      <a:pt x="76200" y="384302"/>
                      <a:pt x="120523" y="384302"/>
                    </a:cubicBezTo>
                    <a:cubicBezTo>
                      <a:pt x="171577" y="384302"/>
                      <a:pt x="197485" y="366776"/>
                      <a:pt x="197485" y="333248"/>
                    </a:cubicBezTo>
                    <a:cubicBezTo>
                      <a:pt x="197485" y="293878"/>
                      <a:pt x="162687" y="289433"/>
                      <a:pt x="93218" y="259588"/>
                    </a:cubicBezTo>
                    <a:cubicBezTo>
                      <a:pt x="45847" y="238379"/>
                      <a:pt x="762" y="205613"/>
                      <a:pt x="762" y="129794"/>
                    </a:cubicBezTo>
                    <a:cubicBezTo>
                      <a:pt x="762" y="41529"/>
                      <a:pt x="68072" y="0"/>
                      <a:pt x="161290" y="0"/>
                    </a:cubicBezTo>
                    <a:cubicBezTo>
                      <a:pt x="210820" y="0"/>
                      <a:pt x="252984" y="11684"/>
                      <a:pt x="276733" y="20447"/>
                    </a:cubicBezTo>
                    <a:lnTo>
                      <a:pt x="276733" y="105029"/>
                    </a:lnTo>
                    <a:cubicBezTo>
                      <a:pt x="252984" y="94107"/>
                      <a:pt x="210947" y="81026"/>
                      <a:pt x="168656" y="81026"/>
                    </a:cubicBezTo>
                    <a:cubicBezTo>
                      <a:pt x="122809" y="81026"/>
                      <a:pt x="101346" y="97790"/>
                      <a:pt x="101346" y="127000"/>
                    </a:cubicBezTo>
                    <a:cubicBezTo>
                      <a:pt x="101346" y="157607"/>
                      <a:pt x="127254" y="167132"/>
                      <a:pt x="173863" y="184658"/>
                    </a:cubicBezTo>
                    <a:cubicBezTo>
                      <a:pt x="233807" y="214503"/>
                      <a:pt x="303276" y="227711"/>
                      <a:pt x="303276" y="329819"/>
                    </a:cubicBezTo>
                    <a:cubicBezTo>
                      <a:pt x="303276" y="418084"/>
                      <a:pt x="233045" y="466217"/>
                      <a:pt x="139065" y="466217"/>
                    </a:cubicBezTo>
                    <a:cubicBezTo>
                      <a:pt x="81407" y="466217"/>
                      <a:pt x="35560" y="456057"/>
                      <a:pt x="0" y="440690"/>
                    </a:cubicBezTo>
                  </a:path>
                </a:pathLst>
              </a:custGeom>
              <a:solidFill>
                <a:srgbClr val="FFFFFF"/>
              </a:solidFill>
            </p:spPr>
          </p:sp>
        </p:grpSp>
        <p:grpSp>
          <p:nvGrpSpPr>
            <p:cNvPr id="10" name="Group 19">
              <a:extLst>
                <a:ext uri="{FF2B5EF4-FFF2-40B4-BE49-F238E27FC236}">
                  <a16:creationId xmlns:a16="http://schemas.microsoft.com/office/drawing/2014/main" id="{BD658487-BAF0-4C73-9C3A-54368F7B3A95}"/>
                </a:ext>
              </a:extLst>
            </p:cNvPr>
            <p:cNvGrpSpPr>
              <a:grpSpLocks noChangeAspect="1"/>
            </p:cNvGrpSpPr>
            <p:nvPr/>
          </p:nvGrpSpPr>
          <p:grpSpPr>
            <a:xfrm>
              <a:off x="2945722" y="224424"/>
              <a:ext cx="2833895" cy="381901"/>
              <a:chOff x="0" y="0"/>
              <a:chExt cx="4390568" cy="591680"/>
            </a:xfrm>
          </p:grpSpPr>
          <p:sp>
            <p:nvSpPr>
              <p:cNvPr id="11" name="Freeform 20">
                <a:extLst>
                  <a:ext uri="{FF2B5EF4-FFF2-40B4-BE49-F238E27FC236}">
                    <a16:creationId xmlns:a16="http://schemas.microsoft.com/office/drawing/2014/main" id="{0549AEBF-005B-4510-A7EA-4B2835958AED}"/>
                  </a:ext>
                </a:extLst>
              </p:cNvPr>
              <p:cNvSpPr/>
              <p:nvPr/>
            </p:nvSpPr>
            <p:spPr>
              <a:xfrm>
                <a:off x="1788795" y="69596"/>
                <a:ext cx="398907" cy="452628"/>
              </a:xfrm>
              <a:custGeom>
                <a:avLst/>
                <a:gdLst/>
                <a:ahLst/>
                <a:cxnLst/>
                <a:rect l="l" t="t" r="r" b="b"/>
                <a:pathLst>
                  <a:path w="398907" h="452628">
                    <a:moveTo>
                      <a:pt x="0" y="0"/>
                    </a:moveTo>
                    <a:lnTo>
                      <a:pt x="64770" y="0"/>
                    </a:lnTo>
                    <a:cubicBezTo>
                      <a:pt x="95504" y="0"/>
                      <a:pt x="124206" y="15875"/>
                      <a:pt x="140462" y="42037"/>
                    </a:cubicBezTo>
                    <a:lnTo>
                      <a:pt x="266700" y="244856"/>
                    </a:lnTo>
                    <a:cubicBezTo>
                      <a:pt x="280924" y="267335"/>
                      <a:pt x="297561" y="297180"/>
                      <a:pt x="307213" y="318262"/>
                    </a:cubicBezTo>
                    <a:lnTo>
                      <a:pt x="309499" y="318262"/>
                    </a:lnTo>
                    <a:cubicBezTo>
                      <a:pt x="307975" y="297942"/>
                      <a:pt x="307213" y="269494"/>
                      <a:pt x="307213" y="249301"/>
                    </a:cubicBezTo>
                    <a:lnTo>
                      <a:pt x="307213" y="0"/>
                    </a:lnTo>
                    <a:lnTo>
                      <a:pt x="398907" y="0"/>
                    </a:lnTo>
                    <a:lnTo>
                      <a:pt x="398907" y="452628"/>
                    </a:lnTo>
                    <a:lnTo>
                      <a:pt x="284226" y="452628"/>
                    </a:lnTo>
                    <a:lnTo>
                      <a:pt x="130810" y="207772"/>
                    </a:lnTo>
                    <a:cubicBezTo>
                      <a:pt x="116586" y="185293"/>
                      <a:pt x="101473" y="158369"/>
                      <a:pt x="90932" y="138049"/>
                    </a:cubicBezTo>
                    <a:lnTo>
                      <a:pt x="89408" y="138049"/>
                    </a:lnTo>
                    <a:cubicBezTo>
                      <a:pt x="90170" y="157607"/>
                      <a:pt x="91694" y="180975"/>
                      <a:pt x="91694" y="202692"/>
                    </a:cubicBezTo>
                    <a:lnTo>
                      <a:pt x="91694" y="452628"/>
                    </a:lnTo>
                    <a:lnTo>
                      <a:pt x="0" y="452628"/>
                    </a:lnTo>
                    <a:close/>
                  </a:path>
                </a:pathLst>
              </a:custGeom>
              <a:solidFill>
                <a:srgbClr val="FFFFFF"/>
              </a:solidFill>
            </p:spPr>
          </p:sp>
          <p:sp>
            <p:nvSpPr>
              <p:cNvPr id="12" name="Freeform 21">
                <a:extLst>
                  <a:ext uri="{FF2B5EF4-FFF2-40B4-BE49-F238E27FC236}">
                    <a16:creationId xmlns:a16="http://schemas.microsoft.com/office/drawing/2014/main" id="{8D08EC5B-0B69-4AD0-A8E8-2BFD51985F20}"/>
                  </a:ext>
                </a:extLst>
              </p:cNvPr>
              <p:cNvSpPr/>
              <p:nvPr/>
            </p:nvSpPr>
            <p:spPr>
              <a:xfrm>
                <a:off x="2260473"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13" name="Freeform 22">
                <a:extLst>
                  <a:ext uri="{FF2B5EF4-FFF2-40B4-BE49-F238E27FC236}">
                    <a16:creationId xmlns:a16="http://schemas.microsoft.com/office/drawing/2014/main" id="{7920755A-CECA-49D5-A680-247CF7E18005}"/>
                  </a:ext>
                </a:extLst>
              </p:cNvPr>
              <p:cNvSpPr/>
              <p:nvPr/>
            </p:nvSpPr>
            <p:spPr>
              <a:xfrm>
                <a:off x="3029331"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14" name="Freeform 23">
                <a:extLst>
                  <a:ext uri="{FF2B5EF4-FFF2-40B4-BE49-F238E27FC236}">
                    <a16:creationId xmlns:a16="http://schemas.microsoft.com/office/drawing/2014/main" id="{FF46280E-F03F-439E-BB20-BD9A862AA192}"/>
                  </a:ext>
                </a:extLst>
              </p:cNvPr>
              <p:cNvSpPr/>
              <p:nvPr/>
            </p:nvSpPr>
            <p:spPr>
              <a:xfrm>
                <a:off x="2748534" y="69469"/>
                <a:ext cx="271526" cy="452628"/>
              </a:xfrm>
              <a:custGeom>
                <a:avLst/>
                <a:gdLst/>
                <a:ahLst/>
                <a:cxnLst/>
                <a:rect l="l" t="t" r="r" b="b"/>
                <a:pathLst>
                  <a:path w="271526" h="452628">
                    <a:moveTo>
                      <a:pt x="0" y="452628"/>
                    </a:moveTo>
                    <a:lnTo>
                      <a:pt x="0" y="0"/>
                    </a:lnTo>
                    <a:lnTo>
                      <a:pt x="50800" y="0"/>
                    </a:lnTo>
                    <a:cubicBezTo>
                      <a:pt x="80518" y="0"/>
                      <a:pt x="104521" y="24130"/>
                      <a:pt x="104521" y="53721"/>
                    </a:cubicBezTo>
                    <a:lnTo>
                      <a:pt x="104521" y="371094"/>
                    </a:lnTo>
                    <a:lnTo>
                      <a:pt x="271526" y="371094"/>
                    </a:lnTo>
                    <a:lnTo>
                      <a:pt x="271526" y="452628"/>
                    </a:lnTo>
                    <a:close/>
                  </a:path>
                </a:pathLst>
              </a:custGeom>
              <a:solidFill>
                <a:srgbClr val="FFFFFF"/>
              </a:solidFill>
            </p:spPr>
          </p:sp>
          <p:sp>
            <p:nvSpPr>
              <p:cNvPr id="15" name="Freeform 24">
                <a:extLst>
                  <a:ext uri="{FF2B5EF4-FFF2-40B4-BE49-F238E27FC236}">
                    <a16:creationId xmlns:a16="http://schemas.microsoft.com/office/drawing/2014/main" id="{84AD506E-2454-4FD3-A311-8CDA69E3B31B}"/>
                  </a:ext>
                </a:extLst>
              </p:cNvPr>
              <p:cNvSpPr/>
              <p:nvPr/>
            </p:nvSpPr>
            <p:spPr>
              <a:xfrm>
                <a:off x="3512058" y="63500"/>
                <a:ext cx="383159" cy="464693"/>
              </a:xfrm>
              <a:custGeom>
                <a:avLst/>
                <a:gdLst/>
                <a:ahLst/>
                <a:cxnLst/>
                <a:rect l="l" t="t" r="r" b="b"/>
                <a:pathLst>
                  <a:path w="383159" h="464693">
                    <a:moveTo>
                      <a:pt x="127" y="237744"/>
                    </a:moveTo>
                    <a:cubicBezTo>
                      <a:pt x="127" y="111252"/>
                      <a:pt x="69215" y="0"/>
                      <a:pt x="232791" y="0"/>
                    </a:cubicBezTo>
                    <a:cubicBezTo>
                      <a:pt x="291719" y="0"/>
                      <a:pt x="330200" y="10160"/>
                      <a:pt x="360045" y="23241"/>
                    </a:cubicBezTo>
                    <a:lnTo>
                      <a:pt x="360045" y="108331"/>
                    </a:lnTo>
                    <a:cubicBezTo>
                      <a:pt x="324358" y="91567"/>
                      <a:pt x="286639" y="82169"/>
                      <a:pt x="237871" y="82169"/>
                    </a:cubicBezTo>
                    <a:cubicBezTo>
                      <a:pt x="149860" y="82169"/>
                      <a:pt x="105537" y="137414"/>
                      <a:pt x="105537" y="237744"/>
                    </a:cubicBezTo>
                    <a:cubicBezTo>
                      <a:pt x="105537" y="335153"/>
                      <a:pt x="152019" y="384683"/>
                      <a:pt x="234950" y="384683"/>
                    </a:cubicBezTo>
                    <a:cubicBezTo>
                      <a:pt x="257556" y="384683"/>
                      <a:pt x="272034" y="381762"/>
                      <a:pt x="287274" y="376682"/>
                    </a:cubicBezTo>
                    <a:lnTo>
                      <a:pt x="287274" y="287147"/>
                    </a:lnTo>
                    <a:lnTo>
                      <a:pt x="254889" y="287147"/>
                    </a:lnTo>
                    <a:cubicBezTo>
                      <a:pt x="233807" y="287147"/>
                      <a:pt x="216662" y="270002"/>
                      <a:pt x="216662" y="248920"/>
                    </a:cubicBezTo>
                    <a:lnTo>
                      <a:pt x="216662" y="212344"/>
                    </a:lnTo>
                    <a:lnTo>
                      <a:pt x="383159" y="212344"/>
                    </a:lnTo>
                    <a:lnTo>
                      <a:pt x="383159" y="437769"/>
                    </a:lnTo>
                    <a:cubicBezTo>
                      <a:pt x="343916" y="451612"/>
                      <a:pt x="297306" y="464693"/>
                      <a:pt x="229743" y="464693"/>
                    </a:cubicBezTo>
                    <a:cubicBezTo>
                      <a:pt x="80645" y="464693"/>
                      <a:pt x="0" y="372364"/>
                      <a:pt x="0" y="237871"/>
                    </a:cubicBezTo>
                  </a:path>
                </a:pathLst>
              </a:custGeom>
              <a:solidFill>
                <a:srgbClr val="FFFFFF"/>
              </a:solidFill>
            </p:spPr>
          </p:sp>
          <p:sp>
            <p:nvSpPr>
              <p:cNvPr id="16" name="Freeform 25">
                <a:extLst>
                  <a:ext uri="{FF2B5EF4-FFF2-40B4-BE49-F238E27FC236}">
                    <a16:creationId xmlns:a16="http://schemas.microsoft.com/office/drawing/2014/main" id="{80671D13-3FEA-40CF-B237-3A05DB8CB3C3}"/>
                  </a:ext>
                </a:extLst>
              </p:cNvPr>
              <p:cNvSpPr/>
              <p:nvPr/>
            </p:nvSpPr>
            <p:spPr>
              <a:xfrm>
                <a:off x="63500" y="69469"/>
                <a:ext cx="351282" cy="452755"/>
              </a:xfrm>
              <a:custGeom>
                <a:avLst/>
                <a:gdLst/>
                <a:ahLst/>
                <a:cxnLst/>
                <a:rect l="l" t="t" r="r" b="b"/>
                <a:pathLst>
                  <a:path w="351282" h="452755">
                    <a:moveTo>
                      <a:pt x="123063" y="452755"/>
                    </a:moveTo>
                    <a:lnTo>
                      <a:pt x="123063" y="84582"/>
                    </a:lnTo>
                    <a:lnTo>
                      <a:pt x="0" y="84582"/>
                    </a:lnTo>
                    <a:lnTo>
                      <a:pt x="0" y="0"/>
                    </a:lnTo>
                    <a:lnTo>
                      <a:pt x="351282" y="0"/>
                    </a:lnTo>
                    <a:lnTo>
                      <a:pt x="351282" y="40513"/>
                    </a:lnTo>
                    <a:cubicBezTo>
                      <a:pt x="351282" y="64770"/>
                      <a:pt x="331597" y="84455"/>
                      <a:pt x="307340" y="84455"/>
                    </a:cubicBezTo>
                    <a:lnTo>
                      <a:pt x="227584" y="84455"/>
                    </a:lnTo>
                    <a:lnTo>
                      <a:pt x="227584" y="452755"/>
                    </a:lnTo>
                    <a:close/>
                  </a:path>
                </a:pathLst>
              </a:custGeom>
              <a:solidFill>
                <a:srgbClr val="FFFFFF"/>
              </a:solidFill>
            </p:spPr>
          </p:sp>
          <p:sp>
            <p:nvSpPr>
              <p:cNvPr id="17" name="Freeform 26">
                <a:extLst>
                  <a:ext uri="{FF2B5EF4-FFF2-40B4-BE49-F238E27FC236}">
                    <a16:creationId xmlns:a16="http://schemas.microsoft.com/office/drawing/2014/main" id="{51C4A3F6-22B1-44D0-994E-2BB1BD67DF92}"/>
                  </a:ext>
                </a:extLst>
              </p:cNvPr>
              <p:cNvSpPr/>
              <p:nvPr/>
            </p:nvSpPr>
            <p:spPr>
              <a:xfrm>
                <a:off x="488950" y="69469"/>
                <a:ext cx="283464" cy="452755"/>
              </a:xfrm>
              <a:custGeom>
                <a:avLst/>
                <a:gdLst/>
                <a:ahLst/>
                <a:cxnLst/>
                <a:rect l="l" t="t" r="r" b="b"/>
                <a:pathLst>
                  <a:path w="283464" h="452755">
                    <a:moveTo>
                      <a:pt x="0" y="452755"/>
                    </a:moveTo>
                    <a:lnTo>
                      <a:pt x="0" y="0"/>
                    </a:lnTo>
                    <a:lnTo>
                      <a:pt x="283464" y="0"/>
                    </a:lnTo>
                    <a:lnTo>
                      <a:pt x="283464" y="41021"/>
                    </a:lnTo>
                    <a:cubicBezTo>
                      <a:pt x="283464" y="65024"/>
                      <a:pt x="264033" y="84455"/>
                      <a:pt x="240030" y="84455"/>
                    </a:cubicBezTo>
                    <a:lnTo>
                      <a:pt x="104521" y="84455"/>
                    </a:lnTo>
                    <a:lnTo>
                      <a:pt x="104521" y="181864"/>
                    </a:lnTo>
                    <a:lnTo>
                      <a:pt x="256667" y="181864"/>
                    </a:lnTo>
                    <a:lnTo>
                      <a:pt x="256667" y="257429"/>
                    </a:lnTo>
                    <a:lnTo>
                      <a:pt x="104521" y="257429"/>
                    </a:lnTo>
                    <a:lnTo>
                      <a:pt x="104521" y="368173"/>
                    </a:lnTo>
                    <a:lnTo>
                      <a:pt x="283464" y="368173"/>
                    </a:lnTo>
                    <a:lnTo>
                      <a:pt x="283464" y="452628"/>
                    </a:lnTo>
                    <a:close/>
                  </a:path>
                </a:pathLst>
              </a:custGeom>
              <a:solidFill>
                <a:srgbClr val="FFFFFF"/>
              </a:solidFill>
            </p:spPr>
          </p:sp>
          <p:sp>
            <p:nvSpPr>
              <p:cNvPr id="18" name="Freeform 27">
                <a:extLst>
                  <a:ext uri="{FF2B5EF4-FFF2-40B4-BE49-F238E27FC236}">
                    <a16:creationId xmlns:a16="http://schemas.microsoft.com/office/drawing/2014/main" id="{C6D2EE4D-799B-4F3E-8B4D-E0DB83F6EFB8}"/>
                  </a:ext>
                </a:extLst>
              </p:cNvPr>
              <p:cNvSpPr/>
              <p:nvPr/>
            </p:nvSpPr>
            <p:spPr>
              <a:xfrm>
                <a:off x="846201" y="63627"/>
                <a:ext cx="335153" cy="464439"/>
              </a:xfrm>
              <a:custGeom>
                <a:avLst/>
                <a:gdLst/>
                <a:ahLst/>
                <a:cxnLst/>
                <a:rect l="l" t="t" r="r" b="b"/>
                <a:pathLst>
                  <a:path w="335153" h="464439">
                    <a:moveTo>
                      <a:pt x="0" y="237744"/>
                    </a:moveTo>
                    <a:cubicBezTo>
                      <a:pt x="0" y="107569"/>
                      <a:pt x="69850" y="0"/>
                      <a:pt x="218186" y="0"/>
                    </a:cubicBezTo>
                    <a:cubicBezTo>
                      <a:pt x="272669" y="0"/>
                      <a:pt x="306832" y="10922"/>
                      <a:pt x="330200" y="20320"/>
                    </a:cubicBezTo>
                    <a:lnTo>
                      <a:pt x="330200" y="106807"/>
                    </a:lnTo>
                    <a:cubicBezTo>
                      <a:pt x="308356" y="93726"/>
                      <a:pt x="274193" y="83566"/>
                      <a:pt x="229108" y="83566"/>
                    </a:cubicBezTo>
                    <a:cubicBezTo>
                      <a:pt x="149098" y="83566"/>
                      <a:pt x="105537" y="136652"/>
                      <a:pt x="105537" y="237744"/>
                    </a:cubicBezTo>
                    <a:cubicBezTo>
                      <a:pt x="105410" y="330073"/>
                      <a:pt x="153416" y="380873"/>
                      <a:pt x="231902" y="380873"/>
                    </a:cubicBezTo>
                    <a:cubicBezTo>
                      <a:pt x="276987" y="380873"/>
                      <a:pt x="308991" y="369951"/>
                      <a:pt x="335153" y="353949"/>
                    </a:cubicBezTo>
                    <a:lnTo>
                      <a:pt x="335153" y="442595"/>
                    </a:lnTo>
                    <a:cubicBezTo>
                      <a:pt x="305308" y="455676"/>
                      <a:pt x="274828" y="464439"/>
                      <a:pt x="219583" y="464439"/>
                    </a:cubicBezTo>
                    <a:cubicBezTo>
                      <a:pt x="74168" y="464439"/>
                      <a:pt x="0" y="367030"/>
                      <a:pt x="0" y="237617"/>
                    </a:cubicBezTo>
                  </a:path>
                </a:pathLst>
              </a:custGeom>
              <a:solidFill>
                <a:srgbClr val="FFFFFF"/>
              </a:solidFill>
            </p:spPr>
          </p:sp>
          <p:sp>
            <p:nvSpPr>
              <p:cNvPr id="19" name="Freeform 28">
                <a:extLst>
                  <a:ext uri="{FF2B5EF4-FFF2-40B4-BE49-F238E27FC236}">
                    <a16:creationId xmlns:a16="http://schemas.microsoft.com/office/drawing/2014/main" id="{7DBA7BDC-4674-48AC-B828-35508A5E7EA8}"/>
                  </a:ext>
                </a:extLst>
              </p:cNvPr>
              <p:cNvSpPr/>
              <p:nvPr/>
            </p:nvSpPr>
            <p:spPr>
              <a:xfrm>
                <a:off x="1273810" y="69469"/>
                <a:ext cx="400558" cy="452628"/>
              </a:xfrm>
              <a:custGeom>
                <a:avLst/>
                <a:gdLst/>
                <a:ahLst/>
                <a:cxnLst/>
                <a:rect l="l" t="t" r="r" b="b"/>
                <a:pathLst>
                  <a:path w="400558" h="452628">
                    <a:moveTo>
                      <a:pt x="295148" y="452628"/>
                    </a:moveTo>
                    <a:lnTo>
                      <a:pt x="295148" y="262636"/>
                    </a:lnTo>
                    <a:lnTo>
                      <a:pt x="104648" y="262636"/>
                    </a:lnTo>
                    <a:lnTo>
                      <a:pt x="104648" y="452628"/>
                    </a:lnTo>
                    <a:lnTo>
                      <a:pt x="0" y="452628"/>
                    </a:lnTo>
                    <a:lnTo>
                      <a:pt x="0" y="0"/>
                    </a:lnTo>
                    <a:lnTo>
                      <a:pt x="104648" y="0"/>
                    </a:lnTo>
                    <a:lnTo>
                      <a:pt x="104648" y="180340"/>
                    </a:lnTo>
                    <a:lnTo>
                      <a:pt x="295148" y="180340"/>
                    </a:lnTo>
                    <a:lnTo>
                      <a:pt x="295148" y="0"/>
                    </a:lnTo>
                    <a:lnTo>
                      <a:pt x="400558" y="0"/>
                    </a:lnTo>
                    <a:lnTo>
                      <a:pt x="400558" y="452628"/>
                    </a:lnTo>
                    <a:close/>
                  </a:path>
                </a:pathLst>
              </a:custGeom>
              <a:solidFill>
                <a:srgbClr val="FFFFFF"/>
              </a:solidFill>
            </p:spPr>
          </p:sp>
          <p:sp>
            <p:nvSpPr>
              <p:cNvPr id="20" name="Freeform 29">
                <a:extLst>
                  <a:ext uri="{FF2B5EF4-FFF2-40B4-BE49-F238E27FC236}">
                    <a16:creationId xmlns:a16="http://schemas.microsoft.com/office/drawing/2014/main" id="{AA7D8E4A-18AD-4852-9669-83FC41A29BF4}"/>
                  </a:ext>
                </a:extLst>
              </p:cNvPr>
              <p:cNvSpPr/>
              <p:nvPr/>
            </p:nvSpPr>
            <p:spPr>
              <a:xfrm>
                <a:off x="3915664" y="69469"/>
                <a:ext cx="411480" cy="452755"/>
              </a:xfrm>
              <a:custGeom>
                <a:avLst/>
                <a:gdLst/>
                <a:ahLst/>
                <a:cxnLst/>
                <a:rect l="l" t="t" r="r" b="b"/>
                <a:pathLst>
                  <a:path w="411480" h="452755">
                    <a:moveTo>
                      <a:pt x="152400" y="452628"/>
                    </a:moveTo>
                    <a:lnTo>
                      <a:pt x="152400" y="278384"/>
                    </a:lnTo>
                    <a:lnTo>
                      <a:pt x="0" y="0"/>
                    </a:lnTo>
                    <a:lnTo>
                      <a:pt x="87122" y="0"/>
                    </a:lnTo>
                    <a:cubicBezTo>
                      <a:pt x="104648" y="0"/>
                      <a:pt x="120650" y="9906"/>
                      <a:pt x="128524" y="25527"/>
                    </a:cubicBezTo>
                    <a:lnTo>
                      <a:pt x="212344" y="192405"/>
                    </a:lnTo>
                    <a:lnTo>
                      <a:pt x="305816" y="0"/>
                    </a:lnTo>
                    <a:lnTo>
                      <a:pt x="411480" y="0"/>
                    </a:lnTo>
                    <a:lnTo>
                      <a:pt x="258826" y="276352"/>
                    </a:lnTo>
                    <a:lnTo>
                      <a:pt x="258318" y="452755"/>
                    </a:lnTo>
                    <a:close/>
                  </a:path>
                </a:pathLst>
              </a:custGeom>
              <a:solidFill>
                <a:srgbClr val="FFFFFF"/>
              </a:solidFill>
            </p:spPr>
          </p:sp>
        </p:grpSp>
      </p:grpSp>
    </p:spTree>
    <p:extLst>
      <p:ext uri="{BB962C8B-B14F-4D97-AF65-F5344CB8AC3E}">
        <p14:creationId xmlns:p14="http://schemas.microsoft.com/office/powerpoint/2010/main" val="28511364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8" name="Freeform 2">
            <a:extLst>
              <a:ext uri="{FF2B5EF4-FFF2-40B4-BE49-F238E27FC236}">
                <a16:creationId xmlns:a16="http://schemas.microsoft.com/office/drawing/2014/main" id="{508216EF-A89F-4D58-8E44-45CE1261C1A2}"/>
              </a:ext>
            </a:extLst>
          </p:cNvPr>
          <p:cNvSpPr/>
          <p:nvPr userDrawn="1"/>
        </p:nvSpPr>
        <p:spPr>
          <a:xfrm>
            <a:off x="0" y="0"/>
            <a:ext cx="18288000" cy="10287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stretch>
              <a:fillRect t="-1" b="-18518"/>
            </a:stretch>
          </a:blipFill>
        </p:spPr>
        <p:txBody>
          <a:bodyPr/>
          <a:lstStyle/>
          <a:p>
            <a:endParaRPr lang="tr-TR" dirty="0"/>
          </a:p>
        </p:txBody>
      </p:sp>
      <p:sp>
        <p:nvSpPr>
          <p:cNvPr id="34" name="Title 1">
            <a:extLst>
              <a:ext uri="{FF2B5EF4-FFF2-40B4-BE49-F238E27FC236}">
                <a16:creationId xmlns:a16="http://schemas.microsoft.com/office/drawing/2014/main" id="{70760D11-C4FA-427E-8722-C00F5C68E954}"/>
              </a:ext>
            </a:extLst>
          </p:cNvPr>
          <p:cNvSpPr>
            <a:spLocks noGrp="1"/>
          </p:cNvSpPr>
          <p:nvPr>
            <p:ph type="title"/>
          </p:nvPr>
        </p:nvSpPr>
        <p:spPr>
          <a:xfrm>
            <a:off x="483800" y="456595"/>
            <a:ext cx="9344550" cy="1143000"/>
          </a:xfrm>
        </p:spPr>
        <p:txBody>
          <a:bodyPr/>
          <a:lstStyle>
            <a:lvl1pPr algn="l">
              <a:defRPr b="1">
                <a:solidFill>
                  <a:schemeClr val="bg1"/>
                </a:solidFill>
                <a:latin typeface="Poppins Bold" panose="00000800000000000000" charset="0"/>
                <a:cs typeface="Poppins Bold" panose="00000800000000000000" charset="0"/>
              </a:defRPr>
            </a:lvl1pPr>
          </a:lstStyle>
          <a:p>
            <a:r>
              <a:rPr lang="en-US" dirty="0"/>
              <a:t>Click to edit Master title style</a:t>
            </a:r>
            <a:endParaRPr lang="tr-TR" dirty="0"/>
          </a:p>
        </p:txBody>
      </p:sp>
      <p:grpSp>
        <p:nvGrpSpPr>
          <p:cNvPr id="35" name="Group 4">
            <a:extLst>
              <a:ext uri="{FF2B5EF4-FFF2-40B4-BE49-F238E27FC236}">
                <a16:creationId xmlns:a16="http://schemas.microsoft.com/office/drawing/2014/main" id="{CEFD4E07-C615-492B-B1FC-AF3BFE06D172}"/>
              </a:ext>
            </a:extLst>
          </p:cNvPr>
          <p:cNvGrpSpPr/>
          <p:nvPr userDrawn="1"/>
        </p:nvGrpSpPr>
        <p:grpSpPr>
          <a:xfrm>
            <a:off x="13518898" y="718147"/>
            <a:ext cx="4334713" cy="621106"/>
            <a:chOff x="0" y="0"/>
            <a:chExt cx="5779617" cy="828141"/>
          </a:xfrm>
        </p:grpSpPr>
        <p:grpSp>
          <p:nvGrpSpPr>
            <p:cNvPr id="36" name="Group 5">
              <a:extLst>
                <a:ext uri="{FF2B5EF4-FFF2-40B4-BE49-F238E27FC236}">
                  <a16:creationId xmlns:a16="http://schemas.microsoft.com/office/drawing/2014/main" id="{63901E4B-AEEB-4E94-9CC2-EF91635FF260}"/>
                </a:ext>
              </a:extLst>
            </p:cNvPr>
            <p:cNvGrpSpPr>
              <a:grpSpLocks noChangeAspect="1"/>
            </p:cNvGrpSpPr>
            <p:nvPr/>
          </p:nvGrpSpPr>
          <p:grpSpPr>
            <a:xfrm>
              <a:off x="0" y="0"/>
              <a:ext cx="828141" cy="828141"/>
              <a:chOff x="0" y="0"/>
              <a:chExt cx="1283043" cy="1283043"/>
            </a:xfrm>
          </p:grpSpPr>
          <p:sp>
            <p:nvSpPr>
              <p:cNvPr id="56" name="Freeform 6">
                <a:extLst>
                  <a:ext uri="{FF2B5EF4-FFF2-40B4-BE49-F238E27FC236}">
                    <a16:creationId xmlns:a16="http://schemas.microsoft.com/office/drawing/2014/main" id="{E3A37A19-C2DC-4157-8E9C-326067E4B53E}"/>
                  </a:ext>
                </a:extLst>
              </p:cNvPr>
              <p:cNvSpPr/>
              <p:nvPr/>
            </p:nvSpPr>
            <p:spPr>
              <a:xfrm>
                <a:off x="63500" y="63500"/>
                <a:ext cx="1156081" cy="1156081"/>
              </a:xfrm>
              <a:custGeom>
                <a:avLst/>
                <a:gdLst/>
                <a:ahLst/>
                <a:cxnLst/>
                <a:rect l="l" t="t" r="r" b="b"/>
                <a:pathLst>
                  <a:path w="1156081" h="1156081">
                    <a:moveTo>
                      <a:pt x="425450" y="590677"/>
                    </a:moveTo>
                    <a:cubicBezTo>
                      <a:pt x="473837" y="408813"/>
                      <a:pt x="418592" y="218186"/>
                      <a:pt x="286512" y="117094"/>
                    </a:cubicBezTo>
                    <a:cubicBezTo>
                      <a:pt x="106553" y="231013"/>
                      <a:pt x="2794" y="445262"/>
                      <a:pt x="40259" y="668401"/>
                    </a:cubicBezTo>
                    <a:cubicBezTo>
                      <a:pt x="52578" y="742188"/>
                      <a:pt x="79375" y="809879"/>
                      <a:pt x="116967" y="869315"/>
                    </a:cubicBezTo>
                    <a:cubicBezTo>
                      <a:pt x="257810" y="830199"/>
                      <a:pt x="381508" y="756031"/>
                      <a:pt x="425450" y="590677"/>
                    </a:cubicBezTo>
                    <a:moveTo>
                      <a:pt x="668274" y="1115695"/>
                    </a:moveTo>
                    <a:cubicBezTo>
                      <a:pt x="965327" y="1065784"/>
                      <a:pt x="1165479" y="784606"/>
                      <a:pt x="1115568" y="487680"/>
                    </a:cubicBezTo>
                    <a:cubicBezTo>
                      <a:pt x="1074166" y="240665"/>
                      <a:pt x="872617" y="60579"/>
                      <a:pt x="635127" y="35687"/>
                    </a:cubicBezTo>
                    <a:cubicBezTo>
                      <a:pt x="587121" y="30607"/>
                      <a:pt x="537591" y="32004"/>
                      <a:pt x="487680" y="40386"/>
                    </a:cubicBezTo>
                    <a:cubicBezTo>
                      <a:pt x="428498" y="50292"/>
                      <a:pt x="373253" y="69596"/>
                      <a:pt x="322961" y="96266"/>
                    </a:cubicBezTo>
                    <a:cubicBezTo>
                      <a:pt x="584708" y="185039"/>
                      <a:pt x="725424" y="320040"/>
                      <a:pt x="735203" y="458216"/>
                    </a:cubicBezTo>
                    <a:cubicBezTo>
                      <a:pt x="740029" y="543560"/>
                      <a:pt x="700278" y="605282"/>
                      <a:pt x="648208" y="655701"/>
                    </a:cubicBezTo>
                    <a:lnTo>
                      <a:pt x="1018286" y="629793"/>
                    </a:lnTo>
                    <a:cubicBezTo>
                      <a:pt x="1028827" y="629031"/>
                      <a:pt x="1032002" y="641223"/>
                      <a:pt x="1019302" y="644906"/>
                    </a:cubicBezTo>
                    <a:lnTo>
                      <a:pt x="136525" y="898017"/>
                    </a:lnTo>
                    <a:cubicBezTo>
                      <a:pt x="226314" y="1021715"/>
                      <a:pt x="366014" y="1104138"/>
                      <a:pt x="520827" y="1120267"/>
                    </a:cubicBezTo>
                    <a:cubicBezTo>
                      <a:pt x="568833" y="1125347"/>
                      <a:pt x="618363" y="1123950"/>
                      <a:pt x="668274" y="1115568"/>
                    </a:cubicBezTo>
                    <a:moveTo>
                      <a:pt x="638429" y="3175"/>
                    </a:moveTo>
                    <a:cubicBezTo>
                      <a:pt x="929259" y="33401"/>
                      <a:pt x="1155954" y="279146"/>
                      <a:pt x="1156081" y="577850"/>
                    </a:cubicBezTo>
                    <a:cubicBezTo>
                      <a:pt x="1156208" y="897128"/>
                      <a:pt x="897509" y="1155954"/>
                      <a:pt x="578231" y="1156081"/>
                    </a:cubicBezTo>
                    <a:cubicBezTo>
                      <a:pt x="258953" y="1156208"/>
                      <a:pt x="127" y="897382"/>
                      <a:pt x="0" y="578231"/>
                    </a:cubicBezTo>
                    <a:cubicBezTo>
                      <a:pt x="-127" y="259080"/>
                      <a:pt x="258572" y="127"/>
                      <a:pt x="577850" y="0"/>
                    </a:cubicBezTo>
                    <a:cubicBezTo>
                      <a:pt x="598297" y="0"/>
                      <a:pt x="618617" y="1143"/>
                      <a:pt x="638556" y="3175"/>
                    </a:cubicBezTo>
                  </a:path>
                </a:pathLst>
              </a:custGeom>
              <a:solidFill>
                <a:srgbClr val="FFFFFF"/>
              </a:solidFill>
            </p:spPr>
          </p:sp>
          <p:sp>
            <p:nvSpPr>
              <p:cNvPr id="57" name="Freeform 7">
                <a:extLst>
                  <a:ext uri="{FF2B5EF4-FFF2-40B4-BE49-F238E27FC236}">
                    <a16:creationId xmlns:a16="http://schemas.microsoft.com/office/drawing/2014/main" id="{973D83A2-E4E2-47AA-AF74-299944A4B5DF}"/>
                  </a:ext>
                </a:extLst>
              </p:cNvPr>
              <p:cNvSpPr/>
              <p:nvPr/>
            </p:nvSpPr>
            <p:spPr>
              <a:xfrm>
                <a:off x="96146" y="96229"/>
                <a:ext cx="1090550" cy="1090624"/>
              </a:xfrm>
              <a:custGeom>
                <a:avLst/>
                <a:gdLst/>
                <a:ahLst/>
                <a:cxnLst/>
                <a:rect l="l" t="t" r="r" b="b"/>
                <a:pathLst>
                  <a:path w="1090550" h="1090624">
                    <a:moveTo>
                      <a:pt x="7613" y="635672"/>
                    </a:moveTo>
                    <a:cubicBezTo>
                      <a:pt x="19932" y="709459"/>
                      <a:pt x="46729" y="777277"/>
                      <a:pt x="84321" y="836586"/>
                    </a:cubicBezTo>
                    <a:cubicBezTo>
                      <a:pt x="225164" y="797470"/>
                      <a:pt x="348735" y="723302"/>
                      <a:pt x="392804" y="557948"/>
                    </a:cubicBezTo>
                    <a:cubicBezTo>
                      <a:pt x="441191" y="376084"/>
                      <a:pt x="385946" y="185457"/>
                      <a:pt x="253866" y="84365"/>
                    </a:cubicBezTo>
                    <a:cubicBezTo>
                      <a:pt x="73907" y="198284"/>
                      <a:pt x="-29852" y="412533"/>
                      <a:pt x="7613" y="635672"/>
                    </a:cubicBezTo>
                    <a:moveTo>
                      <a:pt x="1082922" y="455078"/>
                    </a:moveTo>
                    <a:cubicBezTo>
                      <a:pt x="1132833" y="752004"/>
                      <a:pt x="932554" y="1033182"/>
                      <a:pt x="635628" y="1082966"/>
                    </a:cubicBezTo>
                    <a:cubicBezTo>
                      <a:pt x="585717" y="1091348"/>
                      <a:pt x="536060" y="1092745"/>
                      <a:pt x="488181" y="1087665"/>
                    </a:cubicBezTo>
                    <a:cubicBezTo>
                      <a:pt x="333241" y="1071536"/>
                      <a:pt x="193668" y="989113"/>
                      <a:pt x="103752" y="865415"/>
                    </a:cubicBezTo>
                    <a:lnTo>
                      <a:pt x="986529" y="612177"/>
                    </a:lnTo>
                    <a:cubicBezTo>
                      <a:pt x="999229" y="608494"/>
                      <a:pt x="995927" y="596302"/>
                      <a:pt x="985513" y="597064"/>
                    </a:cubicBezTo>
                    <a:lnTo>
                      <a:pt x="615435" y="622972"/>
                    </a:lnTo>
                    <a:cubicBezTo>
                      <a:pt x="667632" y="572680"/>
                      <a:pt x="707256" y="510958"/>
                      <a:pt x="702430" y="425487"/>
                    </a:cubicBezTo>
                    <a:cubicBezTo>
                      <a:pt x="692651" y="287184"/>
                      <a:pt x="551935" y="152310"/>
                      <a:pt x="290188" y="63537"/>
                    </a:cubicBezTo>
                    <a:cubicBezTo>
                      <a:pt x="340480" y="36867"/>
                      <a:pt x="395725" y="17563"/>
                      <a:pt x="454907" y="7657"/>
                    </a:cubicBezTo>
                    <a:cubicBezTo>
                      <a:pt x="504818" y="-725"/>
                      <a:pt x="554475" y="-2122"/>
                      <a:pt x="602354" y="2958"/>
                    </a:cubicBezTo>
                    <a:cubicBezTo>
                      <a:pt x="839844" y="27850"/>
                      <a:pt x="1041393" y="207936"/>
                      <a:pt x="1082922" y="455078"/>
                    </a:cubicBezTo>
                  </a:path>
                </a:pathLst>
              </a:custGeom>
              <a:solidFill>
                <a:srgbClr val="C90C0F"/>
              </a:solidFill>
            </p:spPr>
          </p:sp>
        </p:grpSp>
        <p:grpSp>
          <p:nvGrpSpPr>
            <p:cNvPr id="37" name="Group 8">
              <a:extLst>
                <a:ext uri="{FF2B5EF4-FFF2-40B4-BE49-F238E27FC236}">
                  <a16:creationId xmlns:a16="http://schemas.microsoft.com/office/drawing/2014/main" id="{FE3D0489-9F37-4E04-9F31-3B41A467D79A}"/>
                </a:ext>
              </a:extLst>
            </p:cNvPr>
            <p:cNvGrpSpPr>
              <a:grpSpLocks noChangeAspect="1"/>
            </p:cNvGrpSpPr>
            <p:nvPr/>
          </p:nvGrpSpPr>
          <p:grpSpPr>
            <a:xfrm>
              <a:off x="947681" y="221817"/>
              <a:ext cx="1879107" cy="382761"/>
              <a:chOff x="0" y="0"/>
              <a:chExt cx="2911310" cy="593014"/>
            </a:xfrm>
          </p:grpSpPr>
          <p:sp>
            <p:nvSpPr>
              <p:cNvPr id="49" name="Freeform 9">
                <a:extLst>
                  <a:ext uri="{FF2B5EF4-FFF2-40B4-BE49-F238E27FC236}">
                    <a16:creationId xmlns:a16="http://schemas.microsoft.com/office/drawing/2014/main" id="{66EE2414-CC9F-4157-ABA4-9EB54A12AE2C}"/>
                  </a:ext>
                </a:extLst>
              </p:cNvPr>
              <p:cNvSpPr/>
              <p:nvPr/>
            </p:nvSpPr>
            <p:spPr>
              <a:xfrm>
                <a:off x="2447290" y="70485"/>
                <a:ext cx="400558" cy="452755"/>
              </a:xfrm>
              <a:custGeom>
                <a:avLst/>
                <a:gdLst/>
                <a:ahLst/>
                <a:cxnLst/>
                <a:rect l="l" t="t" r="r" b="b"/>
                <a:pathLst>
                  <a:path w="400558" h="452755">
                    <a:moveTo>
                      <a:pt x="295148" y="452755"/>
                    </a:moveTo>
                    <a:lnTo>
                      <a:pt x="295148" y="262636"/>
                    </a:lnTo>
                    <a:lnTo>
                      <a:pt x="104648" y="262636"/>
                    </a:lnTo>
                    <a:lnTo>
                      <a:pt x="104648" y="452755"/>
                    </a:lnTo>
                    <a:lnTo>
                      <a:pt x="0" y="452755"/>
                    </a:lnTo>
                    <a:lnTo>
                      <a:pt x="0" y="0"/>
                    </a:lnTo>
                    <a:lnTo>
                      <a:pt x="104648" y="0"/>
                    </a:lnTo>
                    <a:lnTo>
                      <a:pt x="104648" y="180340"/>
                    </a:lnTo>
                    <a:lnTo>
                      <a:pt x="295148" y="180340"/>
                    </a:lnTo>
                    <a:lnTo>
                      <a:pt x="295148" y="0"/>
                    </a:lnTo>
                    <a:lnTo>
                      <a:pt x="400558" y="0"/>
                    </a:lnTo>
                    <a:lnTo>
                      <a:pt x="400558" y="452755"/>
                    </a:lnTo>
                    <a:close/>
                  </a:path>
                </a:pathLst>
              </a:custGeom>
              <a:solidFill>
                <a:srgbClr val="FFFFFF"/>
              </a:solidFill>
            </p:spPr>
          </p:sp>
          <p:sp>
            <p:nvSpPr>
              <p:cNvPr id="50" name="Freeform 10">
                <a:extLst>
                  <a:ext uri="{FF2B5EF4-FFF2-40B4-BE49-F238E27FC236}">
                    <a16:creationId xmlns:a16="http://schemas.microsoft.com/office/drawing/2014/main" id="{D736DEDA-62F8-4D44-9BD6-9D5BAE52188A}"/>
                  </a:ext>
                </a:extLst>
              </p:cNvPr>
              <p:cNvSpPr/>
              <p:nvPr/>
            </p:nvSpPr>
            <p:spPr>
              <a:xfrm>
                <a:off x="488188" y="70485"/>
                <a:ext cx="379476" cy="458724"/>
              </a:xfrm>
              <a:custGeom>
                <a:avLst/>
                <a:gdLst/>
                <a:ahLst/>
                <a:cxnLst/>
                <a:rect l="l" t="t" r="r" b="b"/>
                <a:pathLst>
                  <a:path w="379476" h="458724">
                    <a:moveTo>
                      <a:pt x="0" y="0"/>
                    </a:moveTo>
                    <a:lnTo>
                      <a:pt x="0" y="283464"/>
                    </a:lnTo>
                    <a:cubicBezTo>
                      <a:pt x="0" y="314833"/>
                      <a:pt x="4572" y="341884"/>
                      <a:pt x="13716" y="363982"/>
                    </a:cubicBezTo>
                    <a:cubicBezTo>
                      <a:pt x="22733" y="385826"/>
                      <a:pt x="35814" y="403987"/>
                      <a:pt x="52705" y="417957"/>
                    </a:cubicBezTo>
                    <a:cubicBezTo>
                      <a:pt x="69723" y="432054"/>
                      <a:pt x="90170" y="442468"/>
                      <a:pt x="113538" y="448818"/>
                    </a:cubicBezTo>
                    <a:cubicBezTo>
                      <a:pt x="137287" y="455422"/>
                      <a:pt x="164084" y="458724"/>
                      <a:pt x="193167" y="458724"/>
                    </a:cubicBezTo>
                    <a:cubicBezTo>
                      <a:pt x="222250" y="458724"/>
                      <a:pt x="248793" y="455422"/>
                      <a:pt x="272034" y="448818"/>
                    </a:cubicBezTo>
                    <a:cubicBezTo>
                      <a:pt x="294894" y="442341"/>
                      <a:pt x="314452" y="432054"/>
                      <a:pt x="330073" y="418084"/>
                    </a:cubicBezTo>
                    <a:cubicBezTo>
                      <a:pt x="345694" y="404114"/>
                      <a:pt x="358013" y="385953"/>
                      <a:pt x="366522" y="363982"/>
                    </a:cubicBezTo>
                    <a:cubicBezTo>
                      <a:pt x="375031" y="342011"/>
                      <a:pt x="379476" y="314833"/>
                      <a:pt x="379476" y="283337"/>
                    </a:cubicBezTo>
                    <a:lnTo>
                      <a:pt x="379476" y="0"/>
                    </a:lnTo>
                    <a:lnTo>
                      <a:pt x="281813" y="0"/>
                    </a:lnTo>
                    <a:lnTo>
                      <a:pt x="281813" y="280416"/>
                    </a:lnTo>
                    <a:cubicBezTo>
                      <a:pt x="281813" y="308991"/>
                      <a:pt x="274701" y="331978"/>
                      <a:pt x="260731" y="348996"/>
                    </a:cubicBezTo>
                    <a:cubicBezTo>
                      <a:pt x="246507" y="366268"/>
                      <a:pt x="223774" y="374904"/>
                      <a:pt x="193294" y="374904"/>
                    </a:cubicBezTo>
                    <a:cubicBezTo>
                      <a:pt x="163322" y="374904"/>
                      <a:pt x="140716" y="366268"/>
                      <a:pt x="126238" y="348996"/>
                    </a:cubicBezTo>
                    <a:cubicBezTo>
                      <a:pt x="112014" y="332105"/>
                      <a:pt x="104775" y="308991"/>
                      <a:pt x="104775" y="280416"/>
                    </a:cubicBezTo>
                    <a:lnTo>
                      <a:pt x="104775" y="0"/>
                    </a:lnTo>
                    <a:close/>
                  </a:path>
                </a:pathLst>
              </a:custGeom>
              <a:solidFill>
                <a:srgbClr val="FFFFFF"/>
              </a:solidFill>
            </p:spPr>
          </p:sp>
          <p:sp>
            <p:nvSpPr>
              <p:cNvPr id="51" name="Freeform 11">
                <a:extLst>
                  <a:ext uri="{FF2B5EF4-FFF2-40B4-BE49-F238E27FC236}">
                    <a16:creationId xmlns:a16="http://schemas.microsoft.com/office/drawing/2014/main" id="{C4283476-0867-466C-9FAF-8E955BFBB3A8}"/>
                  </a:ext>
                </a:extLst>
              </p:cNvPr>
              <p:cNvSpPr/>
              <p:nvPr/>
            </p:nvSpPr>
            <p:spPr>
              <a:xfrm>
                <a:off x="63500" y="70485"/>
                <a:ext cx="351409" cy="452755"/>
              </a:xfrm>
              <a:custGeom>
                <a:avLst/>
                <a:gdLst/>
                <a:ahLst/>
                <a:cxnLst/>
                <a:rect l="l" t="t" r="r" b="b"/>
                <a:pathLst>
                  <a:path w="351409" h="452755">
                    <a:moveTo>
                      <a:pt x="123063" y="452755"/>
                    </a:moveTo>
                    <a:lnTo>
                      <a:pt x="123063" y="84582"/>
                    </a:lnTo>
                    <a:lnTo>
                      <a:pt x="0" y="84582"/>
                    </a:lnTo>
                    <a:lnTo>
                      <a:pt x="0" y="0"/>
                    </a:lnTo>
                    <a:lnTo>
                      <a:pt x="351409" y="0"/>
                    </a:lnTo>
                    <a:lnTo>
                      <a:pt x="351409" y="40640"/>
                    </a:lnTo>
                    <a:cubicBezTo>
                      <a:pt x="351409" y="64897"/>
                      <a:pt x="331724" y="84709"/>
                      <a:pt x="307467" y="84709"/>
                    </a:cubicBezTo>
                    <a:lnTo>
                      <a:pt x="227584" y="84709"/>
                    </a:lnTo>
                    <a:lnTo>
                      <a:pt x="227584" y="452755"/>
                    </a:lnTo>
                    <a:close/>
                  </a:path>
                </a:pathLst>
              </a:custGeom>
              <a:solidFill>
                <a:srgbClr val="FFFFFF"/>
              </a:solidFill>
            </p:spPr>
          </p:sp>
          <p:sp>
            <p:nvSpPr>
              <p:cNvPr id="52" name="Freeform 12">
                <a:extLst>
                  <a:ext uri="{FF2B5EF4-FFF2-40B4-BE49-F238E27FC236}">
                    <a16:creationId xmlns:a16="http://schemas.microsoft.com/office/drawing/2014/main" id="{0D37A1C9-53E2-40B7-9584-22603D638F27}"/>
                  </a:ext>
                </a:extLst>
              </p:cNvPr>
              <p:cNvSpPr/>
              <p:nvPr/>
            </p:nvSpPr>
            <p:spPr>
              <a:xfrm>
                <a:off x="1867662" y="70485"/>
                <a:ext cx="104648" cy="452755"/>
              </a:xfrm>
              <a:custGeom>
                <a:avLst/>
                <a:gdLst/>
                <a:ahLst/>
                <a:cxnLst/>
                <a:rect l="l" t="t" r="r" b="b"/>
                <a:pathLst>
                  <a:path w="104648" h="452755">
                    <a:moveTo>
                      <a:pt x="0" y="0"/>
                    </a:moveTo>
                    <a:lnTo>
                      <a:pt x="104648" y="0"/>
                    </a:lnTo>
                    <a:lnTo>
                      <a:pt x="104648" y="452755"/>
                    </a:lnTo>
                    <a:lnTo>
                      <a:pt x="0" y="452755"/>
                    </a:lnTo>
                    <a:close/>
                  </a:path>
                </a:pathLst>
              </a:custGeom>
              <a:solidFill>
                <a:srgbClr val="FFFFFF"/>
              </a:solidFill>
            </p:spPr>
          </p:sp>
          <p:sp>
            <p:nvSpPr>
              <p:cNvPr id="53" name="Freeform 13">
                <a:extLst>
                  <a:ext uri="{FF2B5EF4-FFF2-40B4-BE49-F238E27FC236}">
                    <a16:creationId xmlns:a16="http://schemas.microsoft.com/office/drawing/2014/main" id="{5D2CE67F-2091-485E-9D7C-0DF111781B33}"/>
                  </a:ext>
                </a:extLst>
              </p:cNvPr>
              <p:cNvSpPr/>
              <p:nvPr/>
            </p:nvSpPr>
            <p:spPr>
              <a:xfrm>
                <a:off x="1414653" y="70358"/>
                <a:ext cx="395605" cy="453009"/>
              </a:xfrm>
              <a:custGeom>
                <a:avLst/>
                <a:gdLst/>
                <a:ahLst/>
                <a:cxnLst/>
                <a:rect l="l" t="t" r="r" b="b"/>
                <a:pathLst>
                  <a:path w="395605" h="453009">
                    <a:moveTo>
                      <a:pt x="104648" y="241808"/>
                    </a:moveTo>
                    <a:lnTo>
                      <a:pt x="108204" y="246253"/>
                    </a:lnTo>
                    <a:lnTo>
                      <a:pt x="241808" y="418465"/>
                    </a:lnTo>
                    <a:cubicBezTo>
                      <a:pt x="258826" y="440436"/>
                      <a:pt x="284480" y="453009"/>
                      <a:pt x="312293" y="453009"/>
                    </a:cubicBezTo>
                    <a:lnTo>
                      <a:pt x="395605" y="453009"/>
                    </a:lnTo>
                    <a:lnTo>
                      <a:pt x="204089" y="209423"/>
                    </a:lnTo>
                    <a:lnTo>
                      <a:pt x="201295" y="205867"/>
                    </a:lnTo>
                    <a:lnTo>
                      <a:pt x="204089" y="202311"/>
                    </a:lnTo>
                    <a:lnTo>
                      <a:pt x="361569" y="0"/>
                    </a:lnTo>
                    <a:lnTo>
                      <a:pt x="252730" y="0"/>
                    </a:lnTo>
                    <a:lnTo>
                      <a:pt x="108331" y="195072"/>
                    </a:lnTo>
                    <a:lnTo>
                      <a:pt x="104648" y="199771"/>
                    </a:lnTo>
                    <a:lnTo>
                      <a:pt x="104648" y="191643"/>
                    </a:lnTo>
                    <a:lnTo>
                      <a:pt x="104648" y="0"/>
                    </a:lnTo>
                    <a:lnTo>
                      <a:pt x="0" y="0"/>
                    </a:lnTo>
                    <a:lnTo>
                      <a:pt x="0" y="452755"/>
                    </a:lnTo>
                    <a:lnTo>
                      <a:pt x="104648" y="452755"/>
                    </a:lnTo>
                    <a:lnTo>
                      <a:pt x="104648" y="249809"/>
                    </a:lnTo>
                    <a:close/>
                  </a:path>
                </a:pathLst>
              </a:custGeom>
              <a:solidFill>
                <a:srgbClr val="FFFFFF"/>
              </a:solidFill>
            </p:spPr>
          </p:sp>
          <p:sp>
            <p:nvSpPr>
              <p:cNvPr id="54" name="Freeform 14">
                <a:extLst>
                  <a:ext uri="{FF2B5EF4-FFF2-40B4-BE49-F238E27FC236}">
                    <a16:creationId xmlns:a16="http://schemas.microsoft.com/office/drawing/2014/main" id="{4D387D02-7888-48D1-B427-78324A42E7B0}"/>
                  </a:ext>
                </a:extLst>
              </p:cNvPr>
              <p:cNvSpPr/>
              <p:nvPr/>
            </p:nvSpPr>
            <p:spPr>
              <a:xfrm>
                <a:off x="964565" y="70485"/>
                <a:ext cx="383032" cy="452755"/>
              </a:xfrm>
              <a:custGeom>
                <a:avLst/>
                <a:gdLst/>
                <a:ahLst/>
                <a:cxnLst/>
                <a:rect l="l" t="t" r="r" b="b"/>
                <a:pathLst>
                  <a:path w="383032" h="452755">
                    <a:moveTo>
                      <a:pt x="104521" y="207264"/>
                    </a:moveTo>
                    <a:lnTo>
                      <a:pt x="165481" y="207264"/>
                    </a:lnTo>
                    <a:cubicBezTo>
                      <a:pt x="187452" y="207264"/>
                      <a:pt x="204089" y="201295"/>
                      <a:pt x="215138" y="189357"/>
                    </a:cubicBezTo>
                    <a:cubicBezTo>
                      <a:pt x="226060" y="177673"/>
                      <a:pt x="231648" y="162433"/>
                      <a:pt x="231648" y="144018"/>
                    </a:cubicBezTo>
                    <a:cubicBezTo>
                      <a:pt x="231648" y="125222"/>
                      <a:pt x="226314" y="109728"/>
                      <a:pt x="215646" y="98044"/>
                    </a:cubicBezTo>
                    <a:cubicBezTo>
                      <a:pt x="204851" y="86106"/>
                      <a:pt x="187960" y="80137"/>
                      <a:pt x="165481" y="80137"/>
                    </a:cubicBezTo>
                    <a:lnTo>
                      <a:pt x="104521" y="80137"/>
                    </a:lnTo>
                    <a:close/>
                    <a:moveTo>
                      <a:pt x="313690" y="452755"/>
                    </a:moveTo>
                    <a:cubicBezTo>
                      <a:pt x="282702" y="452755"/>
                      <a:pt x="253492" y="436245"/>
                      <a:pt x="237490" y="409829"/>
                    </a:cubicBezTo>
                    <a:lnTo>
                      <a:pt x="156083" y="275336"/>
                    </a:lnTo>
                    <a:lnTo>
                      <a:pt x="104521" y="275336"/>
                    </a:lnTo>
                    <a:lnTo>
                      <a:pt x="104521" y="452628"/>
                    </a:lnTo>
                    <a:lnTo>
                      <a:pt x="0" y="452628"/>
                    </a:lnTo>
                    <a:lnTo>
                      <a:pt x="0" y="0"/>
                    </a:lnTo>
                    <a:lnTo>
                      <a:pt x="186309" y="0"/>
                    </a:lnTo>
                    <a:cubicBezTo>
                      <a:pt x="234188" y="0"/>
                      <a:pt x="271653" y="12446"/>
                      <a:pt x="297815" y="37084"/>
                    </a:cubicBezTo>
                    <a:cubicBezTo>
                      <a:pt x="323977" y="61722"/>
                      <a:pt x="337058" y="95377"/>
                      <a:pt x="337058" y="137160"/>
                    </a:cubicBezTo>
                    <a:cubicBezTo>
                      <a:pt x="337058" y="158369"/>
                      <a:pt x="331343" y="179959"/>
                      <a:pt x="320167" y="201168"/>
                    </a:cubicBezTo>
                    <a:cubicBezTo>
                      <a:pt x="309118" y="221996"/>
                      <a:pt x="289687" y="239014"/>
                      <a:pt x="262128" y="251841"/>
                    </a:cubicBezTo>
                    <a:lnTo>
                      <a:pt x="256032" y="254635"/>
                    </a:lnTo>
                    <a:lnTo>
                      <a:pt x="383032" y="452501"/>
                    </a:lnTo>
                    <a:close/>
                  </a:path>
                </a:pathLst>
              </a:custGeom>
              <a:solidFill>
                <a:srgbClr val="FFFFFF"/>
              </a:solidFill>
            </p:spPr>
          </p:sp>
          <p:sp>
            <p:nvSpPr>
              <p:cNvPr id="55" name="Freeform 15">
                <a:extLst>
                  <a:ext uri="{FF2B5EF4-FFF2-40B4-BE49-F238E27FC236}">
                    <a16:creationId xmlns:a16="http://schemas.microsoft.com/office/drawing/2014/main" id="{6FACC14B-D67E-4B97-A61E-33CB170122FB}"/>
                  </a:ext>
                </a:extLst>
              </p:cNvPr>
              <p:cNvSpPr/>
              <p:nvPr/>
            </p:nvSpPr>
            <p:spPr>
              <a:xfrm>
                <a:off x="2058162" y="63500"/>
                <a:ext cx="303276" cy="466217"/>
              </a:xfrm>
              <a:custGeom>
                <a:avLst/>
                <a:gdLst/>
                <a:ahLst/>
                <a:cxnLst/>
                <a:rect l="l" t="t" r="r" b="b"/>
                <a:pathLst>
                  <a:path w="303276" h="466217">
                    <a:moveTo>
                      <a:pt x="0" y="440436"/>
                    </a:moveTo>
                    <a:lnTo>
                      <a:pt x="0" y="353695"/>
                    </a:lnTo>
                    <a:cubicBezTo>
                      <a:pt x="33274" y="369062"/>
                      <a:pt x="76200" y="384302"/>
                      <a:pt x="120523" y="384302"/>
                    </a:cubicBezTo>
                    <a:cubicBezTo>
                      <a:pt x="171577" y="384302"/>
                      <a:pt x="197485" y="366776"/>
                      <a:pt x="197485" y="333248"/>
                    </a:cubicBezTo>
                    <a:cubicBezTo>
                      <a:pt x="197485" y="293878"/>
                      <a:pt x="162687" y="289433"/>
                      <a:pt x="93218" y="259588"/>
                    </a:cubicBezTo>
                    <a:cubicBezTo>
                      <a:pt x="45847" y="238379"/>
                      <a:pt x="762" y="205613"/>
                      <a:pt x="762" y="129794"/>
                    </a:cubicBezTo>
                    <a:cubicBezTo>
                      <a:pt x="762" y="41529"/>
                      <a:pt x="68072" y="0"/>
                      <a:pt x="161290" y="0"/>
                    </a:cubicBezTo>
                    <a:cubicBezTo>
                      <a:pt x="210820" y="0"/>
                      <a:pt x="252984" y="11684"/>
                      <a:pt x="276733" y="20447"/>
                    </a:cubicBezTo>
                    <a:lnTo>
                      <a:pt x="276733" y="105029"/>
                    </a:lnTo>
                    <a:cubicBezTo>
                      <a:pt x="252984" y="94107"/>
                      <a:pt x="210947" y="81026"/>
                      <a:pt x="168656" y="81026"/>
                    </a:cubicBezTo>
                    <a:cubicBezTo>
                      <a:pt x="122809" y="81026"/>
                      <a:pt x="101346" y="97790"/>
                      <a:pt x="101346" y="127000"/>
                    </a:cubicBezTo>
                    <a:cubicBezTo>
                      <a:pt x="101346" y="157607"/>
                      <a:pt x="127254" y="167132"/>
                      <a:pt x="173863" y="184658"/>
                    </a:cubicBezTo>
                    <a:cubicBezTo>
                      <a:pt x="233807" y="214503"/>
                      <a:pt x="303276" y="227711"/>
                      <a:pt x="303276" y="329819"/>
                    </a:cubicBezTo>
                    <a:cubicBezTo>
                      <a:pt x="303276" y="418084"/>
                      <a:pt x="233045" y="466217"/>
                      <a:pt x="139065" y="466217"/>
                    </a:cubicBezTo>
                    <a:cubicBezTo>
                      <a:pt x="81407" y="466217"/>
                      <a:pt x="35560" y="456057"/>
                      <a:pt x="0" y="440690"/>
                    </a:cubicBezTo>
                  </a:path>
                </a:pathLst>
              </a:custGeom>
              <a:solidFill>
                <a:srgbClr val="FFFFFF"/>
              </a:solidFill>
            </p:spPr>
          </p:sp>
        </p:grpSp>
        <p:grpSp>
          <p:nvGrpSpPr>
            <p:cNvPr id="38" name="Group 16">
              <a:extLst>
                <a:ext uri="{FF2B5EF4-FFF2-40B4-BE49-F238E27FC236}">
                  <a16:creationId xmlns:a16="http://schemas.microsoft.com/office/drawing/2014/main" id="{8F441BDC-0C84-44EC-AD57-9B00A3942B2D}"/>
                </a:ext>
              </a:extLst>
            </p:cNvPr>
            <p:cNvGrpSpPr>
              <a:grpSpLocks noChangeAspect="1"/>
            </p:cNvGrpSpPr>
            <p:nvPr/>
          </p:nvGrpSpPr>
          <p:grpSpPr>
            <a:xfrm>
              <a:off x="2945722" y="224424"/>
              <a:ext cx="2833895" cy="381901"/>
              <a:chOff x="0" y="0"/>
              <a:chExt cx="4390568" cy="591680"/>
            </a:xfrm>
          </p:grpSpPr>
          <p:sp>
            <p:nvSpPr>
              <p:cNvPr id="39" name="Freeform 17">
                <a:extLst>
                  <a:ext uri="{FF2B5EF4-FFF2-40B4-BE49-F238E27FC236}">
                    <a16:creationId xmlns:a16="http://schemas.microsoft.com/office/drawing/2014/main" id="{08C68AF8-5140-4C0F-A904-9CA24C766E2A}"/>
                  </a:ext>
                </a:extLst>
              </p:cNvPr>
              <p:cNvSpPr/>
              <p:nvPr/>
            </p:nvSpPr>
            <p:spPr>
              <a:xfrm>
                <a:off x="1788795" y="69596"/>
                <a:ext cx="398907" cy="452628"/>
              </a:xfrm>
              <a:custGeom>
                <a:avLst/>
                <a:gdLst/>
                <a:ahLst/>
                <a:cxnLst/>
                <a:rect l="l" t="t" r="r" b="b"/>
                <a:pathLst>
                  <a:path w="398907" h="452628">
                    <a:moveTo>
                      <a:pt x="0" y="0"/>
                    </a:moveTo>
                    <a:lnTo>
                      <a:pt x="64770" y="0"/>
                    </a:lnTo>
                    <a:cubicBezTo>
                      <a:pt x="95504" y="0"/>
                      <a:pt x="124206" y="15875"/>
                      <a:pt x="140462" y="42037"/>
                    </a:cubicBezTo>
                    <a:lnTo>
                      <a:pt x="266700" y="244856"/>
                    </a:lnTo>
                    <a:cubicBezTo>
                      <a:pt x="280924" y="267335"/>
                      <a:pt x="297561" y="297180"/>
                      <a:pt x="307213" y="318262"/>
                    </a:cubicBezTo>
                    <a:lnTo>
                      <a:pt x="309499" y="318262"/>
                    </a:lnTo>
                    <a:cubicBezTo>
                      <a:pt x="307975" y="297942"/>
                      <a:pt x="307213" y="269494"/>
                      <a:pt x="307213" y="249301"/>
                    </a:cubicBezTo>
                    <a:lnTo>
                      <a:pt x="307213" y="0"/>
                    </a:lnTo>
                    <a:lnTo>
                      <a:pt x="398907" y="0"/>
                    </a:lnTo>
                    <a:lnTo>
                      <a:pt x="398907" y="452628"/>
                    </a:lnTo>
                    <a:lnTo>
                      <a:pt x="284226" y="452628"/>
                    </a:lnTo>
                    <a:lnTo>
                      <a:pt x="130810" y="207772"/>
                    </a:lnTo>
                    <a:cubicBezTo>
                      <a:pt x="116586" y="185293"/>
                      <a:pt x="101473" y="158369"/>
                      <a:pt x="90932" y="138049"/>
                    </a:cubicBezTo>
                    <a:lnTo>
                      <a:pt x="89408" y="138049"/>
                    </a:lnTo>
                    <a:cubicBezTo>
                      <a:pt x="90170" y="157607"/>
                      <a:pt x="91694" y="180975"/>
                      <a:pt x="91694" y="202692"/>
                    </a:cubicBezTo>
                    <a:lnTo>
                      <a:pt x="91694" y="452628"/>
                    </a:lnTo>
                    <a:lnTo>
                      <a:pt x="0" y="452628"/>
                    </a:lnTo>
                    <a:close/>
                  </a:path>
                </a:pathLst>
              </a:custGeom>
              <a:solidFill>
                <a:srgbClr val="FFFFFF"/>
              </a:solidFill>
            </p:spPr>
          </p:sp>
          <p:sp>
            <p:nvSpPr>
              <p:cNvPr id="40" name="Freeform 18">
                <a:extLst>
                  <a:ext uri="{FF2B5EF4-FFF2-40B4-BE49-F238E27FC236}">
                    <a16:creationId xmlns:a16="http://schemas.microsoft.com/office/drawing/2014/main" id="{7796FC22-33C6-4B5C-8DC7-000F591EF3B7}"/>
                  </a:ext>
                </a:extLst>
              </p:cNvPr>
              <p:cNvSpPr/>
              <p:nvPr/>
            </p:nvSpPr>
            <p:spPr>
              <a:xfrm>
                <a:off x="2260473"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41" name="Freeform 19">
                <a:extLst>
                  <a:ext uri="{FF2B5EF4-FFF2-40B4-BE49-F238E27FC236}">
                    <a16:creationId xmlns:a16="http://schemas.microsoft.com/office/drawing/2014/main" id="{FC40512E-113A-40C9-BC8F-A778FAE01414}"/>
                  </a:ext>
                </a:extLst>
              </p:cNvPr>
              <p:cNvSpPr/>
              <p:nvPr/>
            </p:nvSpPr>
            <p:spPr>
              <a:xfrm>
                <a:off x="3029331"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42" name="Freeform 20">
                <a:extLst>
                  <a:ext uri="{FF2B5EF4-FFF2-40B4-BE49-F238E27FC236}">
                    <a16:creationId xmlns:a16="http://schemas.microsoft.com/office/drawing/2014/main" id="{8C4BF50B-2838-464A-971D-5B6EBF6E91B9}"/>
                  </a:ext>
                </a:extLst>
              </p:cNvPr>
              <p:cNvSpPr/>
              <p:nvPr/>
            </p:nvSpPr>
            <p:spPr>
              <a:xfrm>
                <a:off x="2748534" y="69469"/>
                <a:ext cx="271526" cy="452628"/>
              </a:xfrm>
              <a:custGeom>
                <a:avLst/>
                <a:gdLst/>
                <a:ahLst/>
                <a:cxnLst/>
                <a:rect l="l" t="t" r="r" b="b"/>
                <a:pathLst>
                  <a:path w="271526" h="452628">
                    <a:moveTo>
                      <a:pt x="0" y="452628"/>
                    </a:moveTo>
                    <a:lnTo>
                      <a:pt x="0" y="0"/>
                    </a:lnTo>
                    <a:lnTo>
                      <a:pt x="50800" y="0"/>
                    </a:lnTo>
                    <a:cubicBezTo>
                      <a:pt x="80518" y="0"/>
                      <a:pt x="104521" y="24130"/>
                      <a:pt x="104521" y="53721"/>
                    </a:cubicBezTo>
                    <a:lnTo>
                      <a:pt x="104521" y="371094"/>
                    </a:lnTo>
                    <a:lnTo>
                      <a:pt x="271526" y="371094"/>
                    </a:lnTo>
                    <a:lnTo>
                      <a:pt x="271526" y="452628"/>
                    </a:lnTo>
                    <a:close/>
                  </a:path>
                </a:pathLst>
              </a:custGeom>
              <a:solidFill>
                <a:srgbClr val="FFFFFF"/>
              </a:solidFill>
            </p:spPr>
          </p:sp>
          <p:sp>
            <p:nvSpPr>
              <p:cNvPr id="43" name="Freeform 21">
                <a:extLst>
                  <a:ext uri="{FF2B5EF4-FFF2-40B4-BE49-F238E27FC236}">
                    <a16:creationId xmlns:a16="http://schemas.microsoft.com/office/drawing/2014/main" id="{28A67A83-00B4-4C5E-A3B4-952B46473FCC}"/>
                  </a:ext>
                </a:extLst>
              </p:cNvPr>
              <p:cNvSpPr/>
              <p:nvPr/>
            </p:nvSpPr>
            <p:spPr>
              <a:xfrm>
                <a:off x="3512058" y="63500"/>
                <a:ext cx="383159" cy="464693"/>
              </a:xfrm>
              <a:custGeom>
                <a:avLst/>
                <a:gdLst/>
                <a:ahLst/>
                <a:cxnLst/>
                <a:rect l="l" t="t" r="r" b="b"/>
                <a:pathLst>
                  <a:path w="383159" h="464693">
                    <a:moveTo>
                      <a:pt x="127" y="237744"/>
                    </a:moveTo>
                    <a:cubicBezTo>
                      <a:pt x="127" y="111252"/>
                      <a:pt x="69215" y="0"/>
                      <a:pt x="232791" y="0"/>
                    </a:cubicBezTo>
                    <a:cubicBezTo>
                      <a:pt x="291719" y="0"/>
                      <a:pt x="330200" y="10160"/>
                      <a:pt x="360045" y="23241"/>
                    </a:cubicBezTo>
                    <a:lnTo>
                      <a:pt x="360045" y="108331"/>
                    </a:lnTo>
                    <a:cubicBezTo>
                      <a:pt x="324358" y="91567"/>
                      <a:pt x="286639" y="82169"/>
                      <a:pt x="237871" y="82169"/>
                    </a:cubicBezTo>
                    <a:cubicBezTo>
                      <a:pt x="149860" y="82169"/>
                      <a:pt x="105537" y="137414"/>
                      <a:pt x="105537" y="237744"/>
                    </a:cubicBezTo>
                    <a:cubicBezTo>
                      <a:pt x="105537" y="335153"/>
                      <a:pt x="152019" y="384683"/>
                      <a:pt x="234950" y="384683"/>
                    </a:cubicBezTo>
                    <a:cubicBezTo>
                      <a:pt x="257556" y="384683"/>
                      <a:pt x="272034" y="381762"/>
                      <a:pt x="287274" y="376682"/>
                    </a:cubicBezTo>
                    <a:lnTo>
                      <a:pt x="287274" y="287147"/>
                    </a:lnTo>
                    <a:lnTo>
                      <a:pt x="254889" y="287147"/>
                    </a:lnTo>
                    <a:cubicBezTo>
                      <a:pt x="233807" y="287147"/>
                      <a:pt x="216662" y="270002"/>
                      <a:pt x="216662" y="248920"/>
                    </a:cubicBezTo>
                    <a:lnTo>
                      <a:pt x="216662" y="212344"/>
                    </a:lnTo>
                    <a:lnTo>
                      <a:pt x="383159" y="212344"/>
                    </a:lnTo>
                    <a:lnTo>
                      <a:pt x="383159" y="437769"/>
                    </a:lnTo>
                    <a:cubicBezTo>
                      <a:pt x="343916" y="451612"/>
                      <a:pt x="297306" y="464693"/>
                      <a:pt x="229743" y="464693"/>
                    </a:cubicBezTo>
                    <a:cubicBezTo>
                      <a:pt x="80645" y="464693"/>
                      <a:pt x="0" y="372364"/>
                      <a:pt x="0" y="237871"/>
                    </a:cubicBezTo>
                  </a:path>
                </a:pathLst>
              </a:custGeom>
              <a:solidFill>
                <a:srgbClr val="FFFFFF"/>
              </a:solidFill>
            </p:spPr>
          </p:sp>
          <p:sp>
            <p:nvSpPr>
              <p:cNvPr id="44" name="Freeform 22">
                <a:extLst>
                  <a:ext uri="{FF2B5EF4-FFF2-40B4-BE49-F238E27FC236}">
                    <a16:creationId xmlns:a16="http://schemas.microsoft.com/office/drawing/2014/main" id="{60174425-7552-45FB-8B8A-5D3FDC61EF39}"/>
                  </a:ext>
                </a:extLst>
              </p:cNvPr>
              <p:cNvSpPr/>
              <p:nvPr/>
            </p:nvSpPr>
            <p:spPr>
              <a:xfrm>
                <a:off x="63500" y="69469"/>
                <a:ext cx="351282" cy="452755"/>
              </a:xfrm>
              <a:custGeom>
                <a:avLst/>
                <a:gdLst/>
                <a:ahLst/>
                <a:cxnLst/>
                <a:rect l="l" t="t" r="r" b="b"/>
                <a:pathLst>
                  <a:path w="351282" h="452755">
                    <a:moveTo>
                      <a:pt x="123063" y="452755"/>
                    </a:moveTo>
                    <a:lnTo>
                      <a:pt x="123063" y="84582"/>
                    </a:lnTo>
                    <a:lnTo>
                      <a:pt x="0" y="84582"/>
                    </a:lnTo>
                    <a:lnTo>
                      <a:pt x="0" y="0"/>
                    </a:lnTo>
                    <a:lnTo>
                      <a:pt x="351282" y="0"/>
                    </a:lnTo>
                    <a:lnTo>
                      <a:pt x="351282" y="40513"/>
                    </a:lnTo>
                    <a:cubicBezTo>
                      <a:pt x="351282" y="64770"/>
                      <a:pt x="331597" y="84455"/>
                      <a:pt x="307340" y="84455"/>
                    </a:cubicBezTo>
                    <a:lnTo>
                      <a:pt x="227584" y="84455"/>
                    </a:lnTo>
                    <a:lnTo>
                      <a:pt x="227584" y="452755"/>
                    </a:lnTo>
                    <a:close/>
                  </a:path>
                </a:pathLst>
              </a:custGeom>
              <a:solidFill>
                <a:srgbClr val="FFFFFF"/>
              </a:solidFill>
            </p:spPr>
          </p:sp>
          <p:sp>
            <p:nvSpPr>
              <p:cNvPr id="45" name="Freeform 23">
                <a:extLst>
                  <a:ext uri="{FF2B5EF4-FFF2-40B4-BE49-F238E27FC236}">
                    <a16:creationId xmlns:a16="http://schemas.microsoft.com/office/drawing/2014/main" id="{F26A273A-6738-4B21-A393-135451136725}"/>
                  </a:ext>
                </a:extLst>
              </p:cNvPr>
              <p:cNvSpPr/>
              <p:nvPr/>
            </p:nvSpPr>
            <p:spPr>
              <a:xfrm>
                <a:off x="488950" y="69469"/>
                <a:ext cx="283464" cy="452755"/>
              </a:xfrm>
              <a:custGeom>
                <a:avLst/>
                <a:gdLst/>
                <a:ahLst/>
                <a:cxnLst/>
                <a:rect l="l" t="t" r="r" b="b"/>
                <a:pathLst>
                  <a:path w="283464" h="452755">
                    <a:moveTo>
                      <a:pt x="0" y="452755"/>
                    </a:moveTo>
                    <a:lnTo>
                      <a:pt x="0" y="0"/>
                    </a:lnTo>
                    <a:lnTo>
                      <a:pt x="283464" y="0"/>
                    </a:lnTo>
                    <a:lnTo>
                      <a:pt x="283464" y="41021"/>
                    </a:lnTo>
                    <a:cubicBezTo>
                      <a:pt x="283464" y="65024"/>
                      <a:pt x="264033" y="84455"/>
                      <a:pt x="240030" y="84455"/>
                    </a:cubicBezTo>
                    <a:lnTo>
                      <a:pt x="104521" y="84455"/>
                    </a:lnTo>
                    <a:lnTo>
                      <a:pt x="104521" y="181864"/>
                    </a:lnTo>
                    <a:lnTo>
                      <a:pt x="256667" y="181864"/>
                    </a:lnTo>
                    <a:lnTo>
                      <a:pt x="256667" y="257429"/>
                    </a:lnTo>
                    <a:lnTo>
                      <a:pt x="104521" y="257429"/>
                    </a:lnTo>
                    <a:lnTo>
                      <a:pt x="104521" y="368173"/>
                    </a:lnTo>
                    <a:lnTo>
                      <a:pt x="283464" y="368173"/>
                    </a:lnTo>
                    <a:lnTo>
                      <a:pt x="283464" y="452628"/>
                    </a:lnTo>
                    <a:close/>
                  </a:path>
                </a:pathLst>
              </a:custGeom>
              <a:solidFill>
                <a:srgbClr val="FFFFFF"/>
              </a:solidFill>
            </p:spPr>
          </p:sp>
          <p:sp>
            <p:nvSpPr>
              <p:cNvPr id="46" name="Freeform 24">
                <a:extLst>
                  <a:ext uri="{FF2B5EF4-FFF2-40B4-BE49-F238E27FC236}">
                    <a16:creationId xmlns:a16="http://schemas.microsoft.com/office/drawing/2014/main" id="{2E8E12EB-2639-4AB9-9DD8-E8586E0E98D7}"/>
                  </a:ext>
                </a:extLst>
              </p:cNvPr>
              <p:cNvSpPr/>
              <p:nvPr/>
            </p:nvSpPr>
            <p:spPr>
              <a:xfrm>
                <a:off x="846201" y="63627"/>
                <a:ext cx="335153" cy="464439"/>
              </a:xfrm>
              <a:custGeom>
                <a:avLst/>
                <a:gdLst/>
                <a:ahLst/>
                <a:cxnLst/>
                <a:rect l="l" t="t" r="r" b="b"/>
                <a:pathLst>
                  <a:path w="335153" h="464439">
                    <a:moveTo>
                      <a:pt x="0" y="237744"/>
                    </a:moveTo>
                    <a:cubicBezTo>
                      <a:pt x="0" y="107569"/>
                      <a:pt x="69850" y="0"/>
                      <a:pt x="218186" y="0"/>
                    </a:cubicBezTo>
                    <a:cubicBezTo>
                      <a:pt x="272669" y="0"/>
                      <a:pt x="306832" y="10922"/>
                      <a:pt x="330200" y="20320"/>
                    </a:cubicBezTo>
                    <a:lnTo>
                      <a:pt x="330200" y="106807"/>
                    </a:lnTo>
                    <a:cubicBezTo>
                      <a:pt x="308356" y="93726"/>
                      <a:pt x="274193" y="83566"/>
                      <a:pt x="229108" y="83566"/>
                    </a:cubicBezTo>
                    <a:cubicBezTo>
                      <a:pt x="149098" y="83566"/>
                      <a:pt x="105537" y="136652"/>
                      <a:pt x="105537" y="237744"/>
                    </a:cubicBezTo>
                    <a:cubicBezTo>
                      <a:pt x="105410" y="330073"/>
                      <a:pt x="153416" y="380873"/>
                      <a:pt x="231902" y="380873"/>
                    </a:cubicBezTo>
                    <a:cubicBezTo>
                      <a:pt x="276987" y="380873"/>
                      <a:pt x="308991" y="369951"/>
                      <a:pt x="335153" y="353949"/>
                    </a:cubicBezTo>
                    <a:lnTo>
                      <a:pt x="335153" y="442595"/>
                    </a:lnTo>
                    <a:cubicBezTo>
                      <a:pt x="305308" y="455676"/>
                      <a:pt x="274828" y="464439"/>
                      <a:pt x="219583" y="464439"/>
                    </a:cubicBezTo>
                    <a:cubicBezTo>
                      <a:pt x="74168" y="464439"/>
                      <a:pt x="0" y="367030"/>
                      <a:pt x="0" y="237617"/>
                    </a:cubicBezTo>
                  </a:path>
                </a:pathLst>
              </a:custGeom>
              <a:solidFill>
                <a:srgbClr val="FFFFFF"/>
              </a:solidFill>
            </p:spPr>
          </p:sp>
          <p:sp>
            <p:nvSpPr>
              <p:cNvPr id="47" name="Freeform 25">
                <a:extLst>
                  <a:ext uri="{FF2B5EF4-FFF2-40B4-BE49-F238E27FC236}">
                    <a16:creationId xmlns:a16="http://schemas.microsoft.com/office/drawing/2014/main" id="{B3B2333A-D6AC-4696-85BA-506DB474F919}"/>
                  </a:ext>
                </a:extLst>
              </p:cNvPr>
              <p:cNvSpPr/>
              <p:nvPr/>
            </p:nvSpPr>
            <p:spPr>
              <a:xfrm>
                <a:off x="1273810" y="69469"/>
                <a:ext cx="400558" cy="452628"/>
              </a:xfrm>
              <a:custGeom>
                <a:avLst/>
                <a:gdLst/>
                <a:ahLst/>
                <a:cxnLst/>
                <a:rect l="l" t="t" r="r" b="b"/>
                <a:pathLst>
                  <a:path w="400558" h="452628">
                    <a:moveTo>
                      <a:pt x="295148" y="452628"/>
                    </a:moveTo>
                    <a:lnTo>
                      <a:pt x="295148" y="262636"/>
                    </a:lnTo>
                    <a:lnTo>
                      <a:pt x="104648" y="262636"/>
                    </a:lnTo>
                    <a:lnTo>
                      <a:pt x="104648" y="452628"/>
                    </a:lnTo>
                    <a:lnTo>
                      <a:pt x="0" y="452628"/>
                    </a:lnTo>
                    <a:lnTo>
                      <a:pt x="0" y="0"/>
                    </a:lnTo>
                    <a:lnTo>
                      <a:pt x="104648" y="0"/>
                    </a:lnTo>
                    <a:lnTo>
                      <a:pt x="104648" y="180340"/>
                    </a:lnTo>
                    <a:lnTo>
                      <a:pt x="295148" y="180340"/>
                    </a:lnTo>
                    <a:lnTo>
                      <a:pt x="295148" y="0"/>
                    </a:lnTo>
                    <a:lnTo>
                      <a:pt x="400558" y="0"/>
                    </a:lnTo>
                    <a:lnTo>
                      <a:pt x="400558" y="452628"/>
                    </a:lnTo>
                    <a:close/>
                  </a:path>
                </a:pathLst>
              </a:custGeom>
              <a:solidFill>
                <a:srgbClr val="FFFFFF"/>
              </a:solidFill>
            </p:spPr>
          </p:sp>
          <p:sp>
            <p:nvSpPr>
              <p:cNvPr id="48" name="Freeform 26">
                <a:extLst>
                  <a:ext uri="{FF2B5EF4-FFF2-40B4-BE49-F238E27FC236}">
                    <a16:creationId xmlns:a16="http://schemas.microsoft.com/office/drawing/2014/main" id="{FCB85B5F-6249-4B9E-A528-0777324D291A}"/>
                  </a:ext>
                </a:extLst>
              </p:cNvPr>
              <p:cNvSpPr/>
              <p:nvPr/>
            </p:nvSpPr>
            <p:spPr>
              <a:xfrm>
                <a:off x="3915664" y="69469"/>
                <a:ext cx="411480" cy="452755"/>
              </a:xfrm>
              <a:custGeom>
                <a:avLst/>
                <a:gdLst/>
                <a:ahLst/>
                <a:cxnLst/>
                <a:rect l="l" t="t" r="r" b="b"/>
                <a:pathLst>
                  <a:path w="411480" h="452755">
                    <a:moveTo>
                      <a:pt x="152400" y="452628"/>
                    </a:moveTo>
                    <a:lnTo>
                      <a:pt x="152400" y="278384"/>
                    </a:lnTo>
                    <a:lnTo>
                      <a:pt x="0" y="0"/>
                    </a:lnTo>
                    <a:lnTo>
                      <a:pt x="87122" y="0"/>
                    </a:lnTo>
                    <a:cubicBezTo>
                      <a:pt x="104648" y="0"/>
                      <a:pt x="120650" y="9906"/>
                      <a:pt x="128524" y="25527"/>
                    </a:cubicBezTo>
                    <a:lnTo>
                      <a:pt x="212344" y="192405"/>
                    </a:lnTo>
                    <a:lnTo>
                      <a:pt x="305816" y="0"/>
                    </a:lnTo>
                    <a:lnTo>
                      <a:pt x="411480" y="0"/>
                    </a:lnTo>
                    <a:lnTo>
                      <a:pt x="258826" y="276352"/>
                    </a:lnTo>
                    <a:lnTo>
                      <a:pt x="258318" y="452755"/>
                    </a:lnTo>
                    <a:close/>
                  </a:path>
                </a:pathLst>
              </a:custGeom>
              <a:solidFill>
                <a:srgbClr val="FFFFFF"/>
              </a:solidFill>
            </p:spPr>
          </p:sp>
        </p:grpSp>
      </p:grpSp>
    </p:spTree>
    <p:extLst>
      <p:ext uri="{BB962C8B-B14F-4D97-AF65-F5344CB8AC3E}">
        <p14:creationId xmlns:p14="http://schemas.microsoft.com/office/powerpoint/2010/main" val="10507386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843B346-0BDA-48EC-90EA-8C0CB7CDF898}"/>
              </a:ext>
            </a:extLst>
          </p:cNvPr>
          <p:cNvSpPr/>
          <p:nvPr userDrawn="1"/>
        </p:nvSpPr>
        <p:spPr>
          <a:xfrm>
            <a:off x="4119" y="0"/>
            <a:ext cx="18288000" cy="10287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1" name="Freeform 3">
            <a:extLst>
              <a:ext uri="{FF2B5EF4-FFF2-40B4-BE49-F238E27FC236}">
                <a16:creationId xmlns:a16="http://schemas.microsoft.com/office/drawing/2014/main" id="{1C771FF6-6185-4792-A104-F45147685D95}"/>
              </a:ext>
            </a:extLst>
          </p:cNvPr>
          <p:cNvSpPr/>
          <p:nvPr userDrawn="1"/>
        </p:nvSpPr>
        <p:spPr>
          <a:xfrm>
            <a:off x="6314743" y="-2448028"/>
            <a:ext cx="21760707" cy="20821428"/>
          </a:xfrm>
          <a:custGeom>
            <a:avLst/>
            <a:gdLst/>
            <a:ahLst/>
            <a:cxnLst/>
            <a:rect l="l" t="t" r="r" b="b"/>
            <a:pathLst>
              <a:path w="16564908" h="16564908">
                <a:moveTo>
                  <a:pt x="0" y="0"/>
                </a:moveTo>
                <a:lnTo>
                  <a:pt x="16564908" y="0"/>
                </a:lnTo>
                <a:lnTo>
                  <a:pt x="16564908" y="16564908"/>
                </a:lnTo>
                <a:lnTo>
                  <a:pt x="0" y="16564908"/>
                </a:lnTo>
                <a:lnTo>
                  <a:pt x="0" y="0"/>
                </a:lnTo>
                <a:close/>
              </a:path>
            </a:pathLst>
          </a:custGeom>
          <a:blipFill>
            <a:blip r:embed="rId2">
              <a:alphaModFix amt="52000"/>
              <a:extLst>
                <a:ext uri="{96DAC541-7B7A-43D3-8B79-37D633B846F1}">
                  <asvg:svgBlip xmlns:asvg="http://schemas.microsoft.com/office/drawing/2016/SVG/main" r:embed="rId3"/>
                </a:ext>
              </a:extLst>
            </a:blip>
            <a:stretch>
              <a:fillRect/>
            </a:stretch>
          </a:blipFill>
        </p:spPr>
      </p:sp>
      <p:sp>
        <p:nvSpPr>
          <p:cNvPr id="32" name="Freeform 2">
            <a:extLst>
              <a:ext uri="{FF2B5EF4-FFF2-40B4-BE49-F238E27FC236}">
                <a16:creationId xmlns:a16="http://schemas.microsoft.com/office/drawing/2014/main" id="{992514EF-E9CA-4249-B47D-29640FE39AA3}"/>
              </a:ext>
            </a:extLst>
          </p:cNvPr>
          <p:cNvSpPr/>
          <p:nvPr userDrawn="1"/>
        </p:nvSpPr>
        <p:spPr>
          <a:xfrm>
            <a:off x="-8534400" y="-5862888"/>
            <a:ext cx="21760707" cy="19935056"/>
          </a:xfrm>
          <a:custGeom>
            <a:avLst/>
            <a:gdLst/>
            <a:ahLst/>
            <a:cxnLst/>
            <a:rect l="l" t="t" r="r" b="b"/>
            <a:pathLst>
              <a:path w="29526830" h="29526830">
                <a:moveTo>
                  <a:pt x="0" y="0"/>
                </a:moveTo>
                <a:lnTo>
                  <a:pt x="29526830" y="0"/>
                </a:lnTo>
                <a:lnTo>
                  <a:pt x="29526830" y="29526830"/>
                </a:lnTo>
                <a:lnTo>
                  <a:pt x="0" y="29526830"/>
                </a:lnTo>
                <a:lnTo>
                  <a:pt x="0" y="0"/>
                </a:lnTo>
                <a:close/>
              </a:path>
            </a:pathLst>
          </a:custGeom>
          <a:blipFill>
            <a:blip r:embed="rId4">
              <a:alphaModFix amt="57000"/>
              <a:extLst>
                <a:ext uri="{96DAC541-7B7A-43D3-8B79-37D633B846F1}">
                  <asvg:svgBlip xmlns:asvg="http://schemas.microsoft.com/office/drawing/2016/SVG/main" r:embed="rId5"/>
                </a:ext>
              </a:extLst>
            </a:blip>
            <a:stretch>
              <a:fillRect/>
            </a:stretch>
          </a:blipFill>
        </p:spPr>
      </p:sp>
      <p:grpSp>
        <p:nvGrpSpPr>
          <p:cNvPr id="33" name="Group 4">
            <a:extLst>
              <a:ext uri="{FF2B5EF4-FFF2-40B4-BE49-F238E27FC236}">
                <a16:creationId xmlns:a16="http://schemas.microsoft.com/office/drawing/2014/main" id="{0932FD14-02B2-433D-B50F-BBA0ABBA1DFC}"/>
              </a:ext>
            </a:extLst>
          </p:cNvPr>
          <p:cNvGrpSpPr/>
          <p:nvPr userDrawn="1"/>
        </p:nvGrpSpPr>
        <p:grpSpPr>
          <a:xfrm>
            <a:off x="13518898" y="718147"/>
            <a:ext cx="4334713" cy="621106"/>
            <a:chOff x="0" y="0"/>
            <a:chExt cx="5779617" cy="828141"/>
          </a:xfrm>
        </p:grpSpPr>
        <p:grpSp>
          <p:nvGrpSpPr>
            <p:cNvPr id="34" name="Group 5">
              <a:extLst>
                <a:ext uri="{FF2B5EF4-FFF2-40B4-BE49-F238E27FC236}">
                  <a16:creationId xmlns:a16="http://schemas.microsoft.com/office/drawing/2014/main" id="{19FEB6D3-1F91-4FA3-9786-17D88D1B16BD}"/>
                </a:ext>
              </a:extLst>
            </p:cNvPr>
            <p:cNvGrpSpPr>
              <a:grpSpLocks noChangeAspect="1"/>
            </p:cNvGrpSpPr>
            <p:nvPr/>
          </p:nvGrpSpPr>
          <p:grpSpPr>
            <a:xfrm>
              <a:off x="0" y="0"/>
              <a:ext cx="828141" cy="828141"/>
              <a:chOff x="0" y="0"/>
              <a:chExt cx="1283043" cy="1283043"/>
            </a:xfrm>
          </p:grpSpPr>
          <p:sp>
            <p:nvSpPr>
              <p:cNvPr id="54" name="Freeform 6">
                <a:extLst>
                  <a:ext uri="{FF2B5EF4-FFF2-40B4-BE49-F238E27FC236}">
                    <a16:creationId xmlns:a16="http://schemas.microsoft.com/office/drawing/2014/main" id="{AE993564-4ED4-4A01-95A3-B93BE0E728FF}"/>
                  </a:ext>
                </a:extLst>
              </p:cNvPr>
              <p:cNvSpPr/>
              <p:nvPr/>
            </p:nvSpPr>
            <p:spPr>
              <a:xfrm>
                <a:off x="63500" y="63500"/>
                <a:ext cx="1156081" cy="1156081"/>
              </a:xfrm>
              <a:custGeom>
                <a:avLst/>
                <a:gdLst/>
                <a:ahLst/>
                <a:cxnLst/>
                <a:rect l="l" t="t" r="r" b="b"/>
                <a:pathLst>
                  <a:path w="1156081" h="1156081">
                    <a:moveTo>
                      <a:pt x="425450" y="590677"/>
                    </a:moveTo>
                    <a:cubicBezTo>
                      <a:pt x="473837" y="408813"/>
                      <a:pt x="418592" y="218186"/>
                      <a:pt x="286512" y="117094"/>
                    </a:cubicBezTo>
                    <a:cubicBezTo>
                      <a:pt x="106553" y="231013"/>
                      <a:pt x="2794" y="445262"/>
                      <a:pt x="40259" y="668401"/>
                    </a:cubicBezTo>
                    <a:cubicBezTo>
                      <a:pt x="52578" y="742188"/>
                      <a:pt x="79375" y="809879"/>
                      <a:pt x="116967" y="869315"/>
                    </a:cubicBezTo>
                    <a:cubicBezTo>
                      <a:pt x="257810" y="830199"/>
                      <a:pt x="381508" y="756031"/>
                      <a:pt x="425450" y="590677"/>
                    </a:cubicBezTo>
                    <a:moveTo>
                      <a:pt x="668274" y="1115695"/>
                    </a:moveTo>
                    <a:cubicBezTo>
                      <a:pt x="965327" y="1065784"/>
                      <a:pt x="1165479" y="784606"/>
                      <a:pt x="1115568" y="487680"/>
                    </a:cubicBezTo>
                    <a:cubicBezTo>
                      <a:pt x="1074166" y="240665"/>
                      <a:pt x="872617" y="60579"/>
                      <a:pt x="635127" y="35687"/>
                    </a:cubicBezTo>
                    <a:cubicBezTo>
                      <a:pt x="587121" y="30607"/>
                      <a:pt x="537591" y="32004"/>
                      <a:pt x="487680" y="40386"/>
                    </a:cubicBezTo>
                    <a:cubicBezTo>
                      <a:pt x="428498" y="50292"/>
                      <a:pt x="373253" y="69596"/>
                      <a:pt x="322961" y="96266"/>
                    </a:cubicBezTo>
                    <a:cubicBezTo>
                      <a:pt x="584708" y="185039"/>
                      <a:pt x="725424" y="320040"/>
                      <a:pt x="735203" y="458216"/>
                    </a:cubicBezTo>
                    <a:cubicBezTo>
                      <a:pt x="740029" y="543560"/>
                      <a:pt x="700278" y="605282"/>
                      <a:pt x="648208" y="655701"/>
                    </a:cubicBezTo>
                    <a:lnTo>
                      <a:pt x="1018286" y="629793"/>
                    </a:lnTo>
                    <a:cubicBezTo>
                      <a:pt x="1028827" y="629031"/>
                      <a:pt x="1032002" y="641223"/>
                      <a:pt x="1019302" y="644906"/>
                    </a:cubicBezTo>
                    <a:lnTo>
                      <a:pt x="136525" y="898017"/>
                    </a:lnTo>
                    <a:cubicBezTo>
                      <a:pt x="226314" y="1021715"/>
                      <a:pt x="366014" y="1104138"/>
                      <a:pt x="520827" y="1120267"/>
                    </a:cubicBezTo>
                    <a:cubicBezTo>
                      <a:pt x="568833" y="1125347"/>
                      <a:pt x="618363" y="1123950"/>
                      <a:pt x="668274" y="1115568"/>
                    </a:cubicBezTo>
                    <a:moveTo>
                      <a:pt x="638429" y="3175"/>
                    </a:moveTo>
                    <a:cubicBezTo>
                      <a:pt x="929259" y="33401"/>
                      <a:pt x="1155954" y="279146"/>
                      <a:pt x="1156081" y="577850"/>
                    </a:cubicBezTo>
                    <a:cubicBezTo>
                      <a:pt x="1156208" y="897128"/>
                      <a:pt x="897509" y="1155954"/>
                      <a:pt x="578231" y="1156081"/>
                    </a:cubicBezTo>
                    <a:cubicBezTo>
                      <a:pt x="258953" y="1156208"/>
                      <a:pt x="127" y="897382"/>
                      <a:pt x="0" y="578231"/>
                    </a:cubicBezTo>
                    <a:cubicBezTo>
                      <a:pt x="-127" y="259080"/>
                      <a:pt x="258572" y="127"/>
                      <a:pt x="577850" y="0"/>
                    </a:cubicBezTo>
                    <a:cubicBezTo>
                      <a:pt x="598297" y="0"/>
                      <a:pt x="618617" y="1143"/>
                      <a:pt x="638556" y="3175"/>
                    </a:cubicBezTo>
                  </a:path>
                </a:pathLst>
              </a:custGeom>
              <a:solidFill>
                <a:srgbClr val="FFFFFF"/>
              </a:solidFill>
            </p:spPr>
          </p:sp>
          <p:sp>
            <p:nvSpPr>
              <p:cNvPr id="55" name="Freeform 7">
                <a:extLst>
                  <a:ext uri="{FF2B5EF4-FFF2-40B4-BE49-F238E27FC236}">
                    <a16:creationId xmlns:a16="http://schemas.microsoft.com/office/drawing/2014/main" id="{64124EF2-AEAD-4D2C-B2C5-23BB228434D6}"/>
                  </a:ext>
                </a:extLst>
              </p:cNvPr>
              <p:cNvSpPr/>
              <p:nvPr/>
            </p:nvSpPr>
            <p:spPr>
              <a:xfrm>
                <a:off x="96146" y="96229"/>
                <a:ext cx="1090550" cy="1090624"/>
              </a:xfrm>
              <a:custGeom>
                <a:avLst/>
                <a:gdLst/>
                <a:ahLst/>
                <a:cxnLst/>
                <a:rect l="l" t="t" r="r" b="b"/>
                <a:pathLst>
                  <a:path w="1090550" h="1090624">
                    <a:moveTo>
                      <a:pt x="7613" y="635672"/>
                    </a:moveTo>
                    <a:cubicBezTo>
                      <a:pt x="19932" y="709459"/>
                      <a:pt x="46729" y="777277"/>
                      <a:pt x="84321" y="836586"/>
                    </a:cubicBezTo>
                    <a:cubicBezTo>
                      <a:pt x="225164" y="797470"/>
                      <a:pt x="348735" y="723302"/>
                      <a:pt x="392804" y="557948"/>
                    </a:cubicBezTo>
                    <a:cubicBezTo>
                      <a:pt x="441191" y="376084"/>
                      <a:pt x="385946" y="185457"/>
                      <a:pt x="253866" y="84365"/>
                    </a:cubicBezTo>
                    <a:cubicBezTo>
                      <a:pt x="73907" y="198284"/>
                      <a:pt x="-29852" y="412533"/>
                      <a:pt x="7613" y="635672"/>
                    </a:cubicBezTo>
                    <a:moveTo>
                      <a:pt x="1082922" y="455078"/>
                    </a:moveTo>
                    <a:cubicBezTo>
                      <a:pt x="1132833" y="752004"/>
                      <a:pt x="932554" y="1033182"/>
                      <a:pt x="635628" y="1082966"/>
                    </a:cubicBezTo>
                    <a:cubicBezTo>
                      <a:pt x="585717" y="1091348"/>
                      <a:pt x="536060" y="1092745"/>
                      <a:pt x="488181" y="1087665"/>
                    </a:cubicBezTo>
                    <a:cubicBezTo>
                      <a:pt x="333241" y="1071536"/>
                      <a:pt x="193668" y="989113"/>
                      <a:pt x="103752" y="865415"/>
                    </a:cubicBezTo>
                    <a:lnTo>
                      <a:pt x="986529" y="612177"/>
                    </a:lnTo>
                    <a:cubicBezTo>
                      <a:pt x="999229" y="608494"/>
                      <a:pt x="995927" y="596302"/>
                      <a:pt x="985513" y="597064"/>
                    </a:cubicBezTo>
                    <a:lnTo>
                      <a:pt x="615435" y="622972"/>
                    </a:lnTo>
                    <a:cubicBezTo>
                      <a:pt x="667632" y="572680"/>
                      <a:pt x="707256" y="510958"/>
                      <a:pt x="702430" y="425487"/>
                    </a:cubicBezTo>
                    <a:cubicBezTo>
                      <a:pt x="692651" y="287184"/>
                      <a:pt x="551935" y="152310"/>
                      <a:pt x="290188" y="63537"/>
                    </a:cubicBezTo>
                    <a:cubicBezTo>
                      <a:pt x="340480" y="36867"/>
                      <a:pt x="395725" y="17563"/>
                      <a:pt x="454907" y="7657"/>
                    </a:cubicBezTo>
                    <a:cubicBezTo>
                      <a:pt x="504818" y="-725"/>
                      <a:pt x="554475" y="-2122"/>
                      <a:pt x="602354" y="2958"/>
                    </a:cubicBezTo>
                    <a:cubicBezTo>
                      <a:pt x="839844" y="27850"/>
                      <a:pt x="1041393" y="207936"/>
                      <a:pt x="1082922" y="455078"/>
                    </a:cubicBezTo>
                  </a:path>
                </a:pathLst>
              </a:custGeom>
              <a:solidFill>
                <a:srgbClr val="C90C0F"/>
              </a:solidFill>
            </p:spPr>
          </p:sp>
        </p:grpSp>
        <p:grpSp>
          <p:nvGrpSpPr>
            <p:cNvPr id="35" name="Group 8">
              <a:extLst>
                <a:ext uri="{FF2B5EF4-FFF2-40B4-BE49-F238E27FC236}">
                  <a16:creationId xmlns:a16="http://schemas.microsoft.com/office/drawing/2014/main" id="{2BB34548-B27D-4244-A58E-0FAF1D4FE79F}"/>
                </a:ext>
              </a:extLst>
            </p:cNvPr>
            <p:cNvGrpSpPr>
              <a:grpSpLocks noChangeAspect="1"/>
            </p:cNvGrpSpPr>
            <p:nvPr/>
          </p:nvGrpSpPr>
          <p:grpSpPr>
            <a:xfrm>
              <a:off x="947681" y="221817"/>
              <a:ext cx="1879107" cy="382761"/>
              <a:chOff x="0" y="0"/>
              <a:chExt cx="2911310" cy="593014"/>
            </a:xfrm>
          </p:grpSpPr>
          <p:sp>
            <p:nvSpPr>
              <p:cNvPr id="47" name="Freeform 9">
                <a:extLst>
                  <a:ext uri="{FF2B5EF4-FFF2-40B4-BE49-F238E27FC236}">
                    <a16:creationId xmlns:a16="http://schemas.microsoft.com/office/drawing/2014/main" id="{0F7663D9-4013-4C9F-9C9C-41455CF1D69C}"/>
                  </a:ext>
                </a:extLst>
              </p:cNvPr>
              <p:cNvSpPr/>
              <p:nvPr/>
            </p:nvSpPr>
            <p:spPr>
              <a:xfrm>
                <a:off x="2447290" y="70485"/>
                <a:ext cx="400558" cy="452755"/>
              </a:xfrm>
              <a:custGeom>
                <a:avLst/>
                <a:gdLst/>
                <a:ahLst/>
                <a:cxnLst/>
                <a:rect l="l" t="t" r="r" b="b"/>
                <a:pathLst>
                  <a:path w="400558" h="452755">
                    <a:moveTo>
                      <a:pt x="295148" y="452755"/>
                    </a:moveTo>
                    <a:lnTo>
                      <a:pt x="295148" y="262636"/>
                    </a:lnTo>
                    <a:lnTo>
                      <a:pt x="104648" y="262636"/>
                    </a:lnTo>
                    <a:lnTo>
                      <a:pt x="104648" y="452755"/>
                    </a:lnTo>
                    <a:lnTo>
                      <a:pt x="0" y="452755"/>
                    </a:lnTo>
                    <a:lnTo>
                      <a:pt x="0" y="0"/>
                    </a:lnTo>
                    <a:lnTo>
                      <a:pt x="104648" y="0"/>
                    </a:lnTo>
                    <a:lnTo>
                      <a:pt x="104648" y="180340"/>
                    </a:lnTo>
                    <a:lnTo>
                      <a:pt x="295148" y="180340"/>
                    </a:lnTo>
                    <a:lnTo>
                      <a:pt x="295148" y="0"/>
                    </a:lnTo>
                    <a:lnTo>
                      <a:pt x="400558" y="0"/>
                    </a:lnTo>
                    <a:lnTo>
                      <a:pt x="400558" y="452755"/>
                    </a:lnTo>
                    <a:close/>
                  </a:path>
                </a:pathLst>
              </a:custGeom>
              <a:solidFill>
                <a:srgbClr val="FFFFFF"/>
              </a:solidFill>
            </p:spPr>
          </p:sp>
          <p:sp>
            <p:nvSpPr>
              <p:cNvPr id="48" name="Freeform 10">
                <a:extLst>
                  <a:ext uri="{FF2B5EF4-FFF2-40B4-BE49-F238E27FC236}">
                    <a16:creationId xmlns:a16="http://schemas.microsoft.com/office/drawing/2014/main" id="{F45A11AC-A88D-4517-AF75-A08C8CF26005}"/>
                  </a:ext>
                </a:extLst>
              </p:cNvPr>
              <p:cNvSpPr/>
              <p:nvPr/>
            </p:nvSpPr>
            <p:spPr>
              <a:xfrm>
                <a:off x="488188" y="70485"/>
                <a:ext cx="379476" cy="458724"/>
              </a:xfrm>
              <a:custGeom>
                <a:avLst/>
                <a:gdLst/>
                <a:ahLst/>
                <a:cxnLst/>
                <a:rect l="l" t="t" r="r" b="b"/>
                <a:pathLst>
                  <a:path w="379476" h="458724">
                    <a:moveTo>
                      <a:pt x="0" y="0"/>
                    </a:moveTo>
                    <a:lnTo>
                      <a:pt x="0" y="283464"/>
                    </a:lnTo>
                    <a:cubicBezTo>
                      <a:pt x="0" y="314833"/>
                      <a:pt x="4572" y="341884"/>
                      <a:pt x="13716" y="363982"/>
                    </a:cubicBezTo>
                    <a:cubicBezTo>
                      <a:pt x="22733" y="385826"/>
                      <a:pt x="35814" y="403987"/>
                      <a:pt x="52705" y="417957"/>
                    </a:cubicBezTo>
                    <a:cubicBezTo>
                      <a:pt x="69723" y="432054"/>
                      <a:pt x="90170" y="442468"/>
                      <a:pt x="113538" y="448818"/>
                    </a:cubicBezTo>
                    <a:cubicBezTo>
                      <a:pt x="137287" y="455422"/>
                      <a:pt x="164084" y="458724"/>
                      <a:pt x="193167" y="458724"/>
                    </a:cubicBezTo>
                    <a:cubicBezTo>
                      <a:pt x="222250" y="458724"/>
                      <a:pt x="248793" y="455422"/>
                      <a:pt x="272034" y="448818"/>
                    </a:cubicBezTo>
                    <a:cubicBezTo>
                      <a:pt x="294894" y="442341"/>
                      <a:pt x="314452" y="432054"/>
                      <a:pt x="330073" y="418084"/>
                    </a:cubicBezTo>
                    <a:cubicBezTo>
                      <a:pt x="345694" y="404114"/>
                      <a:pt x="358013" y="385953"/>
                      <a:pt x="366522" y="363982"/>
                    </a:cubicBezTo>
                    <a:cubicBezTo>
                      <a:pt x="375031" y="342011"/>
                      <a:pt x="379476" y="314833"/>
                      <a:pt x="379476" y="283337"/>
                    </a:cubicBezTo>
                    <a:lnTo>
                      <a:pt x="379476" y="0"/>
                    </a:lnTo>
                    <a:lnTo>
                      <a:pt x="281813" y="0"/>
                    </a:lnTo>
                    <a:lnTo>
                      <a:pt x="281813" y="280416"/>
                    </a:lnTo>
                    <a:cubicBezTo>
                      <a:pt x="281813" y="308991"/>
                      <a:pt x="274701" y="331978"/>
                      <a:pt x="260731" y="348996"/>
                    </a:cubicBezTo>
                    <a:cubicBezTo>
                      <a:pt x="246507" y="366268"/>
                      <a:pt x="223774" y="374904"/>
                      <a:pt x="193294" y="374904"/>
                    </a:cubicBezTo>
                    <a:cubicBezTo>
                      <a:pt x="163322" y="374904"/>
                      <a:pt x="140716" y="366268"/>
                      <a:pt x="126238" y="348996"/>
                    </a:cubicBezTo>
                    <a:cubicBezTo>
                      <a:pt x="112014" y="332105"/>
                      <a:pt x="104775" y="308991"/>
                      <a:pt x="104775" y="280416"/>
                    </a:cubicBezTo>
                    <a:lnTo>
                      <a:pt x="104775" y="0"/>
                    </a:lnTo>
                    <a:close/>
                  </a:path>
                </a:pathLst>
              </a:custGeom>
              <a:solidFill>
                <a:srgbClr val="FFFFFF"/>
              </a:solidFill>
            </p:spPr>
          </p:sp>
          <p:sp>
            <p:nvSpPr>
              <p:cNvPr id="49" name="Freeform 11">
                <a:extLst>
                  <a:ext uri="{FF2B5EF4-FFF2-40B4-BE49-F238E27FC236}">
                    <a16:creationId xmlns:a16="http://schemas.microsoft.com/office/drawing/2014/main" id="{F2779BA5-04A9-44D2-85A0-BCDABFFB6A8F}"/>
                  </a:ext>
                </a:extLst>
              </p:cNvPr>
              <p:cNvSpPr/>
              <p:nvPr/>
            </p:nvSpPr>
            <p:spPr>
              <a:xfrm>
                <a:off x="63500" y="70485"/>
                <a:ext cx="351409" cy="452755"/>
              </a:xfrm>
              <a:custGeom>
                <a:avLst/>
                <a:gdLst/>
                <a:ahLst/>
                <a:cxnLst/>
                <a:rect l="l" t="t" r="r" b="b"/>
                <a:pathLst>
                  <a:path w="351409" h="452755">
                    <a:moveTo>
                      <a:pt x="123063" y="452755"/>
                    </a:moveTo>
                    <a:lnTo>
                      <a:pt x="123063" y="84582"/>
                    </a:lnTo>
                    <a:lnTo>
                      <a:pt x="0" y="84582"/>
                    </a:lnTo>
                    <a:lnTo>
                      <a:pt x="0" y="0"/>
                    </a:lnTo>
                    <a:lnTo>
                      <a:pt x="351409" y="0"/>
                    </a:lnTo>
                    <a:lnTo>
                      <a:pt x="351409" y="40640"/>
                    </a:lnTo>
                    <a:cubicBezTo>
                      <a:pt x="351409" y="64897"/>
                      <a:pt x="331724" y="84709"/>
                      <a:pt x="307467" y="84709"/>
                    </a:cubicBezTo>
                    <a:lnTo>
                      <a:pt x="227584" y="84709"/>
                    </a:lnTo>
                    <a:lnTo>
                      <a:pt x="227584" y="452755"/>
                    </a:lnTo>
                    <a:close/>
                  </a:path>
                </a:pathLst>
              </a:custGeom>
              <a:solidFill>
                <a:srgbClr val="FFFFFF"/>
              </a:solidFill>
            </p:spPr>
          </p:sp>
          <p:sp>
            <p:nvSpPr>
              <p:cNvPr id="50" name="Freeform 12">
                <a:extLst>
                  <a:ext uri="{FF2B5EF4-FFF2-40B4-BE49-F238E27FC236}">
                    <a16:creationId xmlns:a16="http://schemas.microsoft.com/office/drawing/2014/main" id="{2C40D997-0D94-42F7-8FF9-635D09AFD0A3}"/>
                  </a:ext>
                </a:extLst>
              </p:cNvPr>
              <p:cNvSpPr/>
              <p:nvPr/>
            </p:nvSpPr>
            <p:spPr>
              <a:xfrm>
                <a:off x="1867662" y="70485"/>
                <a:ext cx="104648" cy="452755"/>
              </a:xfrm>
              <a:custGeom>
                <a:avLst/>
                <a:gdLst/>
                <a:ahLst/>
                <a:cxnLst/>
                <a:rect l="l" t="t" r="r" b="b"/>
                <a:pathLst>
                  <a:path w="104648" h="452755">
                    <a:moveTo>
                      <a:pt x="0" y="0"/>
                    </a:moveTo>
                    <a:lnTo>
                      <a:pt x="104648" y="0"/>
                    </a:lnTo>
                    <a:lnTo>
                      <a:pt x="104648" y="452755"/>
                    </a:lnTo>
                    <a:lnTo>
                      <a:pt x="0" y="452755"/>
                    </a:lnTo>
                    <a:close/>
                  </a:path>
                </a:pathLst>
              </a:custGeom>
              <a:solidFill>
                <a:srgbClr val="FFFFFF"/>
              </a:solidFill>
            </p:spPr>
          </p:sp>
          <p:sp>
            <p:nvSpPr>
              <p:cNvPr id="51" name="Freeform 13">
                <a:extLst>
                  <a:ext uri="{FF2B5EF4-FFF2-40B4-BE49-F238E27FC236}">
                    <a16:creationId xmlns:a16="http://schemas.microsoft.com/office/drawing/2014/main" id="{9D759767-8702-4FEB-A633-CD1F3ACBF3B4}"/>
                  </a:ext>
                </a:extLst>
              </p:cNvPr>
              <p:cNvSpPr/>
              <p:nvPr/>
            </p:nvSpPr>
            <p:spPr>
              <a:xfrm>
                <a:off x="1414653" y="70358"/>
                <a:ext cx="395605" cy="453009"/>
              </a:xfrm>
              <a:custGeom>
                <a:avLst/>
                <a:gdLst/>
                <a:ahLst/>
                <a:cxnLst/>
                <a:rect l="l" t="t" r="r" b="b"/>
                <a:pathLst>
                  <a:path w="395605" h="453009">
                    <a:moveTo>
                      <a:pt x="104648" y="241808"/>
                    </a:moveTo>
                    <a:lnTo>
                      <a:pt x="108204" y="246253"/>
                    </a:lnTo>
                    <a:lnTo>
                      <a:pt x="241808" y="418465"/>
                    </a:lnTo>
                    <a:cubicBezTo>
                      <a:pt x="258826" y="440436"/>
                      <a:pt x="284480" y="453009"/>
                      <a:pt x="312293" y="453009"/>
                    </a:cubicBezTo>
                    <a:lnTo>
                      <a:pt x="395605" y="453009"/>
                    </a:lnTo>
                    <a:lnTo>
                      <a:pt x="204089" y="209423"/>
                    </a:lnTo>
                    <a:lnTo>
                      <a:pt x="201295" y="205867"/>
                    </a:lnTo>
                    <a:lnTo>
                      <a:pt x="204089" y="202311"/>
                    </a:lnTo>
                    <a:lnTo>
                      <a:pt x="361569" y="0"/>
                    </a:lnTo>
                    <a:lnTo>
                      <a:pt x="252730" y="0"/>
                    </a:lnTo>
                    <a:lnTo>
                      <a:pt x="108331" y="195072"/>
                    </a:lnTo>
                    <a:lnTo>
                      <a:pt x="104648" y="199771"/>
                    </a:lnTo>
                    <a:lnTo>
                      <a:pt x="104648" y="191643"/>
                    </a:lnTo>
                    <a:lnTo>
                      <a:pt x="104648" y="0"/>
                    </a:lnTo>
                    <a:lnTo>
                      <a:pt x="0" y="0"/>
                    </a:lnTo>
                    <a:lnTo>
                      <a:pt x="0" y="452755"/>
                    </a:lnTo>
                    <a:lnTo>
                      <a:pt x="104648" y="452755"/>
                    </a:lnTo>
                    <a:lnTo>
                      <a:pt x="104648" y="249809"/>
                    </a:lnTo>
                    <a:close/>
                  </a:path>
                </a:pathLst>
              </a:custGeom>
              <a:solidFill>
                <a:srgbClr val="FFFFFF"/>
              </a:solidFill>
            </p:spPr>
          </p:sp>
          <p:sp>
            <p:nvSpPr>
              <p:cNvPr id="52" name="Freeform 14">
                <a:extLst>
                  <a:ext uri="{FF2B5EF4-FFF2-40B4-BE49-F238E27FC236}">
                    <a16:creationId xmlns:a16="http://schemas.microsoft.com/office/drawing/2014/main" id="{7A2F4CE0-EA9B-4F94-8261-EB12D277E0FF}"/>
                  </a:ext>
                </a:extLst>
              </p:cNvPr>
              <p:cNvSpPr/>
              <p:nvPr/>
            </p:nvSpPr>
            <p:spPr>
              <a:xfrm>
                <a:off x="964565" y="70485"/>
                <a:ext cx="383032" cy="452755"/>
              </a:xfrm>
              <a:custGeom>
                <a:avLst/>
                <a:gdLst/>
                <a:ahLst/>
                <a:cxnLst/>
                <a:rect l="l" t="t" r="r" b="b"/>
                <a:pathLst>
                  <a:path w="383032" h="452755">
                    <a:moveTo>
                      <a:pt x="104521" y="207264"/>
                    </a:moveTo>
                    <a:lnTo>
                      <a:pt x="165481" y="207264"/>
                    </a:lnTo>
                    <a:cubicBezTo>
                      <a:pt x="187452" y="207264"/>
                      <a:pt x="204089" y="201295"/>
                      <a:pt x="215138" y="189357"/>
                    </a:cubicBezTo>
                    <a:cubicBezTo>
                      <a:pt x="226060" y="177673"/>
                      <a:pt x="231648" y="162433"/>
                      <a:pt x="231648" y="144018"/>
                    </a:cubicBezTo>
                    <a:cubicBezTo>
                      <a:pt x="231648" y="125222"/>
                      <a:pt x="226314" y="109728"/>
                      <a:pt x="215646" y="98044"/>
                    </a:cubicBezTo>
                    <a:cubicBezTo>
                      <a:pt x="204851" y="86106"/>
                      <a:pt x="187960" y="80137"/>
                      <a:pt x="165481" y="80137"/>
                    </a:cubicBezTo>
                    <a:lnTo>
                      <a:pt x="104521" y="80137"/>
                    </a:lnTo>
                    <a:close/>
                    <a:moveTo>
                      <a:pt x="313690" y="452755"/>
                    </a:moveTo>
                    <a:cubicBezTo>
                      <a:pt x="282702" y="452755"/>
                      <a:pt x="253492" y="436245"/>
                      <a:pt x="237490" y="409829"/>
                    </a:cubicBezTo>
                    <a:lnTo>
                      <a:pt x="156083" y="275336"/>
                    </a:lnTo>
                    <a:lnTo>
                      <a:pt x="104521" y="275336"/>
                    </a:lnTo>
                    <a:lnTo>
                      <a:pt x="104521" y="452628"/>
                    </a:lnTo>
                    <a:lnTo>
                      <a:pt x="0" y="452628"/>
                    </a:lnTo>
                    <a:lnTo>
                      <a:pt x="0" y="0"/>
                    </a:lnTo>
                    <a:lnTo>
                      <a:pt x="186309" y="0"/>
                    </a:lnTo>
                    <a:cubicBezTo>
                      <a:pt x="234188" y="0"/>
                      <a:pt x="271653" y="12446"/>
                      <a:pt x="297815" y="37084"/>
                    </a:cubicBezTo>
                    <a:cubicBezTo>
                      <a:pt x="323977" y="61722"/>
                      <a:pt x="337058" y="95377"/>
                      <a:pt x="337058" y="137160"/>
                    </a:cubicBezTo>
                    <a:cubicBezTo>
                      <a:pt x="337058" y="158369"/>
                      <a:pt x="331343" y="179959"/>
                      <a:pt x="320167" y="201168"/>
                    </a:cubicBezTo>
                    <a:cubicBezTo>
                      <a:pt x="309118" y="221996"/>
                      <a:pt x="289687" y="239014"/>
                      <a:pt x="262128" y="251841"/>
                    </a:cubicBezTo>
                    <a:lnTo>
                      <a:pt x="256032" y="254635"/>
                    </a:lnTo>
                    <a:lnTo>
                      <a:pt x="383032" y="452501"/>
                    </a:lnTo>
                    <a:close/>
                  </a:path>
                </a:pathLst>
              </a:custGeom>
              <a:solidFill>
                <a:srgbClr val="FFFFFF"/>
              </a:solidFill>
            </p:spPr>
          </p:sp>
          <p:sp>
            <p:nvSpPr>
              <p:cNvPr id="53" name="Freeform 15">
                <a:extLst>
                  <a:ext uri="{FF2B5EF4-FFF2-40B4-BE49-F238E27FC236}">
                    <a16:creationId xmlns:a16="http://schemas.microsoft.com/office/drawing/2014/main" id="{41DF17C3-3128-4C56-AAE4-6ABA6CFD0009}"/>
                  </a:ext>
                </a:extLst>
              </p:cNvPr>
              <p:cNvSpPr/>
              <p:nvPr/>
            </p:nvSpPr>
            <p:spPr>
              <a:xfrm>
                <a:off x="2058162" y="63500"/>
                <a:ext cx="303276" cy="466217"/>
              </a:xfrm>
              <a:custGeom>
                <a:avLst/>
                <a:gdLst/>
                <a:ahLst/>
                <a:cxnLst/>
                <a:rect l="l" t="t" r="r" b="b"/>
                <a:pathLst>
                  <a:path w="303276" h="466217">
                    <a:moveTo>
                      <a:pt x="0" y="440436"/>
                    </a:moveTo>
                    <a:lnTo>
                      <a:pt x="0" y="353695"/>
                    </a:lnTo>
                    <a:cubicBezTo>
                      <a:pt x="33274" y="369062"/>
                      <a:pt x="76200" y="384302"/>
                      <a:pt x="120523" y="384302"/>
                    </a:cubicBezTo>
                    <a:cubicBezTo>
                      <a:pt x="171577" y="384302"/>
                      <a:pt x="197485" y="366776"/>
                      <a:pt x="197485" y="333248"/>
                    </a:cubicBezTo>
                    <a:cubicBezTo>
                      <a:pt x="197485" y="293878"/>
                      <a:pt x="162687" y="289433"/>
                      <a:pt x="93218" y="259588"/>
                    </a:cubicBezTo>
                    <a:cubicBezTo>
                      <a:pt x="45847" y="238379"/>
                      <a:pt x="762" y="205613"/>
                      <a:pt x="762" y="129794"/>
                    </a:cubicBezTo>
                    <a:cubicBezTo>
                      <a:pt x="762" y="41529"/>
                      <a:pt x="68072" y="0"/>
                      <a:pt x="161290" y="0"/>
                    </a:cubicBezTo>
                    <a:cubicBezTo>
                      <a:pt x="210820" y="0"/>
                      <a:pt x="252984" y="11684"/>
                      <a:pt x="276733" y="20447"/>
                    </a:cubicBezTo>
                    <a:lnTo>
                      <a:pt x="276733" y="105029"/>
                    </a:lnTo>
                    <a:cubicBezTo>
                      <a:pt x="252984" y="94107"/>
                      <a:pt x="210947" y="81026"/>
                      <a:pt x="168656" y="81026"/>
                    </a:cubicBezTo>
                    <a:cubicBezTo>
                      <a:pt x="122809" y="81026"/>
                      <a:pt x="101346" y="97790"/>
                      <a:pt x="101346" y="127000"/>
                    </a:cubicBezTo>
                    <a:cubicBezTo>
                      <a:pt x="101346" y="157607"/>
                      <a:pt x="127254" y="167132"/>
                      <a:pt x="173863" y="184658"/>
                    </a:cubicBezTo>
                    <a:cubicBezTo>
                      <a:pt x="233807" y="214503"/>
                      <a:pt x="303276" y="227711"/>
                      <a:pt x="303276" y="329819"/>
                    </a:cubicBezTo>
                    <a:cubicBezTo>
                      <a:pt x="303276" y="418084"/>
                      <a:pt x="233045" y="466217"/>
                      <a:pt x="139065" y="466217"/>
                    </a:cubicBezTo>
                    <a:cubicBezTo>
                      <a:pt x="81407" y="466217"/>
                      <a:pt x="35560" y="456057"/>
                      <a:pt x="0" y="440690"/>
                    </a:cubicBezTo>
                  </a:path>
                </a:pathLst>
              </a:custGeom>
              <a:solidFill>
                <a:srgbClr val="FFFFFF"/>
              </a:solidFill>
            </p:spPr>
          </p:sp>
        </p:grpSp>
        <p:grpSp>
          <p:nvGrpSpPr>
            <p:cNvPr id="36" name="Group 16">
              <a:extLst>
                <a:ext uri="{FF2B5EF4-FFF2-40B4-BE49-F238E27FC236}">
                  <a16:creationId xmlns:a16="http://schemas.microsoft.com/office/drawing/2014/main" id="{8EC8E79F-1B7A-44AE-96E9-2057A6B65584}"/>
                </a:ext>
              </a:extLst>
            </p:cNvPr>
            <p:cNvGrpSpPr>
              <a:grpSpLocks noChangeAspect="1"/>
            </p:cNvGrpSpPr>
            <p:nvPr/>
          </p:nvGrpSpPr>
          <p:grpSpPr>
            <a:xfrm>
              <a:off x="2945722" y="224424"/>
              <a:ext cx="2833895" cy="381901"/>
              <a:chOff x="0" y="0"/>
              <a:chExt cx="4390568" cy="591680"/>
            </a:xfrm>
          </p:grpSpPr>
          <p:sp>
            <p:nvSpPr>
              <p:cNvPr id="37" name="Freeform 17">
                <a:extLst>
                  <a:ext uri="{FF2B5EF4-FFF2-40B4-BE49-F238E27FC236}">
                    <a16:creationId xmlns:a16="http://schemas.microsoft.com/office/drawing/2014/main" id="{32A4972F-9207-4FF3-B359-2B89379248F3}"/>
                  </a:ext>
                </a:extLst>
              </p:cNvPr>
              <p:cNvSpPr/>
              <p:nvPr/>
            </p:nvSpPr>
            <p:spPr>
              <a:xfrm>
                <a:off x="1788795" y="69596"/>
                <a:ext cx="398907" cy="452628"/>
              </a:xfrm>
              <a:custGeom>
                <a:avLst/>
                <a:gdLst/>
                <a:ahLst/>
                <a:cxnLst/>
                <a:rect l="l" t="t" r="r" b="b"/>
                <a:pathLst>
                  <a:path w="398907" h="452628">
                    <a:moveTo>
                      <a:pt x="0" y="0"/>
                    </a:moveTo>
                    <a:lnTo>
                      <a:pt x="64770" y="0"/>
                    </a:lnTo>
                    <a:cubicBezTo>
                      <a:pt x="95504" y="0"/>
                      <a:pt x="124206" y="15875"/>
                      <a:pt x="140462" y="42037"/>
                    </a:cubicBezTo>
                    <a:lnTo>
                      <a:pt x="266700" y="244856"/>
                    </a:lnTo>
                    <a:cubicBezTo>
                      <a:pt x="280924" y="267335"/>
                      <a:pt x="297561" y="297180"/>
                      <a:pt x="307213" y="318262"/>
                    </a:cubicBezTo>
                    <a:lnTo>
                      <a:pt x="309499" y="318262"/>
                    </a:lnTo>
                    <a:cubicBezTo>
                      <a:pt x="307975" y="297942"/>
                      <a:pt x="307213" y="269494"/>
                      <a:pt x="307213" y="249301"/>
                    </a:cubicBezTo>
                    <a:lnTo>
                      <a:pt x="307213" y="0"/>
                    </a:lnTo>
                    <a:lnTo>
                      <a:pt x="398907" y="0"/>
                    </a:lnTo>
                    <a:lnTo>
                      <a:pt x="398907" y="452628"/>
                    </a:lnTo>
                    <a:lnTo>
                      <a:pt x="284226" y="452628"/>
                    </a:lnTo>
                    <a:lnTo>
                      <a:pt x="130810" y="207772"/>
                    </a:lnTo>
                    <a:cubicBezTo>
                      <a:pt x="116586" y="185293"/>
                      <a:pt x="101473" y="158369"/>
                      <a:pt x="90932" y="138049"/>
                    </a:cubicBezTo>
                    <a:lnTo>
                      <a:pt x="89408" y="138049"/>
                    </a:lnTo>
                    <a:cubicBezTo>
                      <a:pt x="90170" y="157607"/>
                      <a:pt x="91694" y="180975"/>
                      <a:pt x="91694" y="202692"/>
                    </a:cubicBezTo>
                    <a:lnTo>
                      <a:pt x="91694" y="452628"/>
                    </a:lnTo>
                    <a:lnTo>
                      <a:pt x="0" y="452628"/>
                    </a:lnTo>
                    <a:close/>
                  </a:path>
                </a:pathLst>
              </a:custGeom>
              <a:solidFill>
                <a:srgbClr val="FFFFFF"/>
              </a:solidFill>
            </p:spPr>
          </p:sp>
          <p:sp>
            <p:nvSpPr>
              <p:cNvPr id="38" name="Freeform 18">
                <a:extLst>
                  <a:ext uri="{FF2B5EF4-FFF2-40B4-BE49-F238E27FC236}">
                    <a16:creationId xmlns:a16="http://schemas.microsoft.com/office/drawing/2014/main" id="{B7067479-4723-4FC5-86E5-3980C4C364C0}"/>
                  </a:ext>
                </a:extLst>
              </p:cNvPr>
              <p:cNvSpPr/>
              <p:nvPr/>
            </p:nvSpPr>
            <p:spPr>
              <a:xfrm>
                <a:off x="2260473"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39" name="Freeform 19">
                <a:extLst>
                  <a:ext uri="{FF2B5EF4-FFF2-40B4-BE49-F238E27FC236}">
                    <a16:creationId xmlns:a16="http://schemas.microsoft.com/office/drawing/2014/main" id="{D2A04E69-568D-47F8-8740-45FF536D7BFE}"/>
                  </a:ext>
                </a:extLst>
              </p:cNvPr>
              <p:cNvSpPr/>
              <p:nvPr/>
            </p:nvSpPr>
            <p:spPr>
              <a:xfrm>
                <a:off x="3029331"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40" name="Freeform 20">
                <a:extLst>
                  <a:ext uri="{FF2B5EF4-FFF2-40B4-BE49-F238E27FC236}">
                    <a16:creationId xmlns:a16="http://schemas.microsoft.com/office/drawing/2014/main" id="{4A22F991-2EF5-40C2-B66E-11453E5593F0}"/>
                  </a:ext>
                </a:extLst>
              </p:cNvPr>
              <p:cNvSpPr/>
              <p:nvPr/>
            </p:nvSpPr>
            <p:spPr>
              <a:xfrm>
                <a:off x="2748534" y="69469"/>
                <a:ext cx="271526" cy="452628"/>
              </a:xfrm>
              <a:custGeom>
                <a:avLst/>
                <a:gdLst/>
                <a:ahLst/>
                <a:cxnLst/>
                <a:rect l="l" t="t" r="r" b="b"/>
                <a:pathLst>
                  <a:path w="271526" h="452628">
                    <a:moveTo>
                      <a:pt x="0" y="452628"/>
                    </a:moveTo>
                    <a:lnTo>
                      <a:pt x="0" y="0"/>
                    </a:lnTo>
                    <a:lnTo>
                      <a:pt x="50800" y="0"/>
                    </a:lnTo>
                    <a:cubicBezTo>
                      <a:pt x="80518" y="0"/>
                      <a:pt x="104521" y="24130"/>
                      <a:pt x="104521" y="53721"/>
                    </a:cubicBezTo>
                    <a:lnTo>
                      <a:pt x="104521" y="371094"/>
                    </a:lnTo>
                    <a:lnTo>
                      <a:pt x="271526" y="371094"/>
                    </a:lnTo>
                    <a:lnTo>
                      <a:pt x="271526" y="452628"/>
                    </a:lnTo>
                    <a:close/>
                  </a:path>
                </a:pathLst>
              </a:custGeom>
              <a:solidFill>
                <a:srgbClr val="FFFFFF"/>
              </a:solidFill>
            </p:spPr>
          </p:sp>
          <p:sp>
            <p:nvSpPr>
              <p:cNvPr id="41" name="Freeform 21">
                <a:extLst>
                  <a:ext uri="{FF2B5EF4-FFF2-40B4-BE49-F238E27FC236}">
                    <a16:creationId xmlns:a16="http://schemas.microsoft.com/office/drawing/2014/main" id="{41B8589B-998A-4253-97B6-A1C867D78C07}"/>
                  </a:ext>
                </a:extLst>
              </p:cNvPr>
              <p:cNvSpPr/>
              <p:nvPr/>
            </p:nvSpPr>
            <p:spPr>
              <a:xfrm>
                <a:off x="3512058" y="63500"/>
                <a:ext cx="383159" cy="464693"/>
              </a:xfrm>
              <a:custGeom>
                <a:avLst/>
                <a:gdLst/>
                <a:ahLst/>
                <a:cxnLst/>
                <a:rect l="l" t="t" r="r" b="b"/>
                <a:pathLst>
                  <a:path w="383159" h="464693">
                    <a:moveTo>
                      <a:pt x="127" y="237744"/>
                    </a:moveTo>
                    <a:cubicBezTo>
                      <a:pt x="127" y="111252"/>
                      <a:pt x="69215" y="0"/>
                      <a:pt x="232791" y="0"/>
                    </a:cubicBezTo>
                    <a:cubicBezTo>
                      <a:pt x="291719" y="0"/>
                      <a:pt x="330200" y="10160"/>
                      <a:pt x="360045" y="23241"/>
                    </a:cubicBezTo>
                    <a:lnTo>
                      <a:pt x="360045" y="108331"/>
                    </a:lnTo>
                    <a:cubicBezTo>
                      <a:pt x="324358" y="91567"/>
                      <a:pt x="286639" y="82169"/>
                      <a:pt x="237871" y="82169"/>
                    </a:cubicBezTo>
                    <a:cubicBezTo>
                      <a:pt x="149860" y="82169"/>
                      <a:pt x="105537" y="137414"/>
                      <a:pt x="105537" y="237744"/>
                    </a:cubicBezTo>
                    <a:cubicBezTo>
                      <a:pt x="105537" y="335153"/>
                      <a:pt x="152019" y="384683"/>
                      <a:pt x="234950" y="384683"/>
                    </a:cubicBezTo>
                    <a:cubicBezTo>
                      <a:pt x="257556" y="384683"/>
                      <a:pt x="272034" y="381762"/>
                      <a:pt x="287274" y="376682"/>
                    </a:cubicBezTo>
                    <a:lnTo>
                      <a:pt x="287274" y="287147"/>
                    </a:lnTo>
                    <a:lnTo>
                      <a:pt x="254889" y="287147"/>
                    </a:lnTo>
                    <a:cubicBezTo>
                      <a:pt x="233807" y="287147"/>
                      <a:pt x="216662" y="270002"/>
                      <a:pt x="216662" y="248920"/>
                    </a:cubicBezTo>
                    <a:lnTo>
                      <a:pt x="216662" y="212344"/>
                    </a:lnTo>
                    <a:lnTo>
                      <a:pt x="383159" y="212344"/>
                    </a:lnTo>
                    <a:lnTo>
                      <a:pt x="383159" y="437769"/>
                    </a:lnTo>
                    <a:cubicBezTo>
                      <a:pt x="343916" y="451612"/>
                      <a:pt x="297306" y="464693"/>
                      <a:pt x="229743" y="464693"/>
                    </a:cubicBezTo>
                    <a:cubicBezTo>
                      <a:pt x="80645" y="464693"/>
                      <a:pt x="0" y="372364"/>
                      <a:pt x="0" y="237871"/>
                    </a:cubicBezTo>
                  </a:path>
                </a:pathLst>
              </a:custGeom>
              <a:solidFill>
                <a:srgbClr val="FFFFFF"/>
              </a:solidFill>
            </p:spPr>
          </p:sp>
          <p:sp>
            <p:nvSpPr>
              <p:cNvPr id="42" name="Freeform 22">
                <a:extLst>
                  <a:ext uri="{FF2B5EF4-FFF2-40B4-BE49-F238E27FC236}">
                    <a16:creationId xmlns:a16="http://schemas.microsoft.com/office/drawing/2014/main" id="{7DDB87FD-2D87-44BE-AB0F-CD439261811E}"/>
                  </a:ext>
                </a:extLst>
              </p:cNvPr>
              <p:cNvSpPr/>
              <p:nvPr/>
            </p:nvSpPr>
            <p:spPr>
              <a:xfrm>
                <a:off x="63500" y="69469"/>
                <a:ext cx="351282" cy="452755"/>
              </a:xfrm>
              <a:custGeom>
                <a:avLst/>
                <a:gdLst/>
                <a:ahLst/>
                <a:cxnLst/>
                <a:rect l="l" t="t" r="r" b="b"/>
                <a:pathLst>
                  <a:path w="351282" h="452755">
                    <a:moveTo>
                      <a:pt x="123063" y="452755"/>
                    </a:moveTo>
                    <a:lnTo>
                      <a:pt x="123063" y="84582"/>
                    </a:lnTo>
                    <a:lnTo>
                      <a:pt x="0" y="84582"/>
                    </a:lnTo>
                    <a:lnTo>
                      <a:pt x="0" y="0"/>
                    </a:lnTo>
                    <a:lnTo>
                      <a:pt x="351282" y="0"/>
                    </a:lnTo>
                    <a:lnTo>
                      <a:pt x="351282" y="40513"/>
                    </a:lnTo>
                    <a:cubicBezTo>
                      <a:pt x="351282" y="64770"/>
                      <a:pt x="331597" y="84455"/>
                      <a:pt x="307340" y="84455"/>
                    </a:cubicBezTo>
                    <a:lnTo>
                      <a:pt x="227584" y="84455"/>
                    </a:lnTo>
                    <a:lnTo>
                      <a:pt x="227584" y="452755"/>
                    </a:lnTo>
                    <a:close/>
                  </a:path>
                </a:pathLst>
              </a:custGeom>
              <a:solidFill>
                <a:srgbClr val="FFFFFF"/>
              </a:solidFill>
            </p:spPr>
          </p:sp>
          <p:sp>
            <p:nvSpPr>
              <p:cNvPr id="43" name="Freeform 23">
                <a:extLst>
                  <a:ext uri="{FF2B5EF4-FFF2-40B4-BE49-F238E27FC236}">
                    <a16:creationId xmlns:a16="http://schemas.microsoft.com/office/drawing/2014/main" id="{522BA807-47DC-4CBD-A184-9C6672308A5E}"/>
                  </a:ext>
                </a:extLst>
              </p:cNvPr>
              <p:cNvSpPr/>
              <p:nvPr/>
            </p:nvSpPr>
            <p:spPr>
              <a:xfrm>
                <a:off x="488950" y="69469"/>
                <a:ext cx="283464" cy="452755"/>
              </a:xfrm>
              <a:custGeom>
                <a:avLst/>
                <a:gdLst/>
                <a:ahLst/>
                <a:cxnLst/>
                <a:rect l="l" t="t" r="r" b="b"/>
                <a:pathLst>
                  <a:path w="283464" h="452755">
                    <a:moveTo>
                      <a:pt x="0" y="452755"/>
                    </a:moveTo>
                    <a:lnTo>
                      <a:pt x="0" y="0"/>
                    </a:lnTo>
                    <a:lnTo>
                      <a:pt x="283464" y="0"/>
                    </a:lnTo>
                    <a:lnTo>
                      <a:pt x="283464" y="41021"/>
                    </a:lnTo>
                    <a:cubicBezTo>
                      <a:pt x="283464" y="65024"/>
                      <a:pt x="264033" y="84455"/>
                      <a:pt x="240030" y="84455"/>
                    </a:cubicBezTo>
                    <a:lnTo>
                      <a:pt x="104521" y="84455"/>
                    </a:lnTo>
                    <a:lnTo>
                      <a:pt x="104521" y="181864"/>
                    </a:lnTo>
                    <a:lnTo>
                      <a:pt x="256667" y="181864"/>
                    </a:lnTo>
                    <a:lnTo>
                      <a:pt x="256667" y="257429"/>
                    </a:lnTo>
                    <a:lnTo>
                      <a:pt x="104521" y="257429"/>
                    </a:lnTo>
                    <a:lnTo>
                      <a:pt x="104521" y="368173"/>
                    </a:lnTo>
                    <a:lnTo>
                      <a:pt x="283464" y="368173"/>
                    </a:lnTo>
                    <a:lnTo>
                      <a:pt x="283464" y="452628"/>
                    </a:lnTo>
                    <a:close/>
                  </a:path>
                </a:pathLst>
              </a:custGeom>
              <a:solidFill>
                <a:srgbClr val="FFFFFF"/>
              </a:solidFill>
            </p:spPr>
          </p:sp>
          <p:sp>
            <p:nvSpPr>
              <p:cNvPr id="44" name="Freeform 24">
                <a:extLst>
                  <a:ext uri="{FF2B5EF4-FFF2-40B4-BE49-F238E27FC236}">
                    <a16:creationId xmlns:a16="http://schemas.microsoft.com/office/drawing/2014/main" id="{4A27304F-C8FA-4F23-A266-014452F2F1FF}"/>
                  </a:ext>
                </a:extLst>
              </p:cNvPr>
              <p:cNvSpPr/>
              <p:nvPr/>
            </p:nvSpPr>
            <p:spPr>
              <a:xfrm>
                <a:off x="846201" y="63627"/>
                <a:ext cx="335153" cy="464439"/>
              </a:xfrm>
              <a:custGeom>
                <a:avLst/>
                <a:gdLst/>
                <a:ahLst/>
                <a:cxnLst/>
                <a:rect l="l" t="t" r="r" b="b"/>
                <a:pathLst>
                  <a:path w="335153" h="464439">
                    <a:moveTo>
                      <a:pt x="0" y="237744"/>
                    </a:moveTo>
                    <a:cubicBezTo>
                      <a:pt x="0" y="107569"/>
                      <a:pt x="69850" y="0"/>
                      <a:pt x="218186" y="0"/>
                    </a:cubicBezTo>
                    <a:cubicBezTo>
                      <a:pt x="272669" y="0"/>
                      <a:pt x="306832" y="10922"/>
                      <a:pt x="330200" y="20320"/>
                    </a:cubicBezTo>
                    <a:lnTo>
                      <a:pt x="330200" y="106807"/>
                    </a:lnTo>
                    <a:cubicBezTo>
                      <a:pt x="308356" y="93726"/>
                      <a:pt x="274193" y="83566"/>
                      <a:pt x="229108" y="83566"/>
                    </a:cubicBezTo>
                    <a:cubicBezTo>
                      <a:pt x="149098" y="83566"/>
                      <a:pt x="105537" y="136652"/>
                      <a:pt x="105537" y="237744"/>
                    </a:cubicBezTo>
                    <a:cubicBezTo>
                      <a:pt x="105410" y="330073"/>
                      <a:pt x="153416" y="380873"/>
                      <a:pt x="231902" y="380873"/>
                    </a:cubicBezTo>
                    <a:cubicBezTo>
                      <a:pt x="276987" y="380873"/>
                      <a:pt x="308991" y="369951"/>
                      <a:pt x="335153" y="353949"/>
                    </a:cubicBezTo>
                    <a:lnTo>
                      <a:pt x="335153" y="442595"/>
                    </a:lnTo>
                    <a:cubicBezTo>
                      <a:pt x="305308" y="455676"/>
                      <a:pt x="274828" y="464439"/>
                      <a:pt x="219583" y="464439"/>
                    </a:cubicBezTo>
                    <a:cubicBezTo>
                      <a:pt x="74168" y="464439"/>
                      <a:pt x="0" y="367030"/>
                      <a:pt x="0" y="237617"/>
                    </a:cubicBezTo>
                  </a:path>
                </a:pathLst>
              </a:custGeom>
              <a:solidFill>
                <a:srgbClr val="FFFFFF"/>
              </a:solidFill>
            </p:spPr>
          </p:sp>
          <p:sp>
            <p:nvSpPr>
              <p:cNvPr id="45" name="Freeform 25">
                <a:extLst>
                  <a:ext uri="{FF2B5EF4-FFF2-40B4-BE49-F238E27FC236}">
                    <a16:creationId xmlns:a16="http://schemas.microsoft.com/office/drawing/2014/main" id="{E56175CA-CA1F-4F51-AC08-A9CDB10D8C21}"/>
                  </a:ext>
                </a:extLst>
              </p:cNvPr>
              <p:cNvSpPr/>
              <p:nvPr/>
            </p:nvSpPr>
            <p:spPr>
              <a:xfrm>
                <a:off x="1273810" y="69469"/>
                <a:ext cx="400558" cy="452628"/>
              </a:xfrm>
              <a:custGeom>
                <a:avLst/>
                <a:gdLst/>
                <a:ahLst/>
                <a:cxnLst/>
                <a:rect l="l" t="t" r="r" b="b"/>
                <a:pathLst>
                  <a:path w="400558" h="452628">
                    <a:moveTo>
                      <a:pt x="295148" y="452628"/>
                    </a:moveTo>
                    <a:lnTo>
                      <a:pt x="295148" y="262636"/>
                    </a:lnTo>
                    <a:lnTo>
                      <a:pt x="104648" y="262636"/>
                    </a:lnTo>
                    <a:lnTo>
                      <a:pt x="104648" y="452628"/>
                    </a:lnTo>
                    <a:lnTo>
                      <a:pt x="0" y="452628"/>
                    </a:lnTo>
                    <a:lnTo>
                      <a:pt x="0" y="0"/>
                    </a:lnTo>
                    <a:lnTo>
                      <a:pt x="104648" y="0"/>
                    </a:lnTo>
                    <a:lnTo>
                      <a:pt x="104648" y="180340"/>
                    </a:lnTo>
                    <a:lnTo>
                      <a:pt x="295148" y="180340"/>
                    </a:lnTo>
                    <a:lnTo>
                      <a:pt x="295148" y="0"/>
                    </a:lnTo>
                    <a:lnTo>
                      <a:pt x="400558" y="0"/>
                    </a:lnTo>
                    <a:lnTo>
                      <a:pt x="400558" y="452628"/>
                    </a:lnTo>
                    <a:close/>
                  </a:path>
                </a:pathLst>
              </a:custGeom>
              <a:solidFill>
                <a:srgbClr val="FFFFFF"/>
              </a:solidFill>
            </p:spPr>
          </p:sp>
          <p:sp>
            <p:nvSpPr>
              <p:cNvPr id="46" name="Freeform 26">
                <a:extLst>
                  <a:ext uri="{FF2B5EF4-FFF2-40B4-BE49-F238E27FC236}">
                    <a16:creationId xmlns:a16="http://schemas.microsoft.com/office/drawing/2014/main" id="{349958DF-31C4-4390-A2E1-FEF77DE4C570}"/>
                  </a:ext>
                </a:extLst>
              </p:cNvPr>
              <p:cNvSpPr/>
              <p:nvPr/>
            </p:nvSpPr>
            <p:spPr>
              <a:xfrm>
                <a:off x="3915664" y="69469"/>
                <a:ext cx="411480" cy="452755"/>
              </a:xfrm>
              <a:custGeom>
                <a:avLst/>
                <a:gdLst/>
                <a:ahLst/>
                <a:cxnLst/>
                <a:rect l="l" t="t" r="r" b="b"/>
                <a:pathLst>
                  <a:path w="411480" h="452755">
                    <a:moveTo>
                      <a:pt x="152400" y="452628"/>
                    </a:moveTo>
                    <a:lnTo>
                      <a:pt x="152400" y="278384"/>
                    </a:lnTo>
                    <a:lnTo>
                      <a:pt x="0" y="0"/>
                    </a:lnTo>
                    <a:lnTo>
                      <a:pt x="87122" y="0"/>
                    </a:lnTo>
                    <a:cubicBezTo>
                      <a:pt x="104648" y="0"/>
                      <a:pt x="120650" y="9906"/>
                      <a:pt x="128524" y="25527"/>
                    </a:cubicBezTo>
                    <a:lnTo>
                      <a:pt x="212344" y="192405"/>
                    </a:lnTo>
                    <a:lnTo>
                      <a:pt x="305816" y="0"/>
                    </a:lnTo>
                    <a:lnTo>
                      <a:pt x="411480" y="0"/>
                    </a:lnTo>
                    <a:lnTo>
                      <a:pt x="258826" y="276352"/>
                    </a:lnTo>
                    <a:lnTo>
                      <a:pt x="258318" y="452755"/>
                    </a:lnTo>
                    <a:close/>
                  </a:path>
                </a:pathLst>
              </a:custGeom>
              <a:solidFill>
                <a:srgbClr val="FFFFFF"/>
              </a:solidFill>
            </p:spPr>
          </p:sp>
        </p:grpSp>
      </p:grpSp>
      <p:sp>
        <p:nvSpPr>
          <p:cNvPr id="56" name="Title 1">
            <a:extLst>
              <a:ext uri="{FF2B5EF4-FFF2-40B4-BE49-F238E27FC236}">
                <a16:creationId xmlns:a16="http://schemas.microsoft.com/office/drawing/2014/main" id="{389A56A2-FB3E-46F1-B449-8EC94C17F0C0}"/>
              </a:ext>
            </a:extLst>
          </p:cNvPr>
          <p:cNvSpPr>
            <a:spLocks noGrp="1"/>
          </p:cNvSpPr>
          <p:nvPr>
            <p:ph type="title"/>
          </p:nvPr>
        </p:nvSpPr>
        <p:spPr>
          <a:xfrm>
            <a:off x="483800" y="456595"/>
            <a:ext cx="9344550" cy="1143000"/>
          </a:xfrm>
        </p:spPr>
        <p:txBody>
          <a:bodyPr/>
          <a:lstStyle>
            <a:lvl1pPr algn="l">
              <a:defRPr b="1">
                <a:solidFill>
                  <a:schemeClr val="bg1"/>
                </a:solidFill>
                <a:latin typeface="Poppins Bold" panose="00000800000000000000" charset="0"/>
                <a:cs typeface="Poppins Bold" panose="00000800000000000000" charset="0"/>
              </a:defRPr>
            </a:lvl1pPr>
          </a:lstStyle>
          <a:p>
            <a:r>
              <a:rPr lang="en-US" dirty="0"/>
              <a:t>Click to edit Master title style</a:t>
            </a:r>
            <a:endParaRPr lang="tr-T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843B346-0BDA-48EC-90EA-8C0CB7CDF898}"/>
              </a:ext>
            </a:extLst>
          </p:cNvPr>
          <p:cNvSpPr/>
          <p:nvPr userDrawn="1"/>
        </p:nvSpPr>
        <p:spPr>
          <a:xfrm>
            <a:off x="4119" y="0"/>
            <a:ext cx="18288000" cy="10287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1" name="Freeform 3">
            <a:extLst>
              <a:ext uri="{FF2B5EF4-FFF2-40B4-BE49-F238E27FC236}">
                <a16:creationId xmlns:a16="http://schemas.microsoft.com/office/drawing/2014/main" id="{1C771FF6-6185-4792-A104-F45147685D95}"/>
              </a:ext>
            </a:extLst>
          </p:cNvPr>
          <p:cNvSpPr/>
          <p:nvPr userDrawn="1"/>
        </p:nvSpPr>
        <p:spPr>
          <a:xfrm>
            <a:off x="6314743" y="-2448028"/>
            <a:ext cx="21760707" cy="20821428"/>
          </a:xfrm>
          <a:custGeom>
            <a:avLst/>
            <a:gdLst/>
            <a:ahLst/>
            <a:cxnLst/>
            <a:rect l="l" t="t" r="r" b="b"/>
            <a:pathLst>
              <a:path w="16564908" h="16564908">
                <a:moveTo>
                  <a:pt x="0" y="0"/>
                </a:moveTo>
                <a:lnTo>
                  <a:pt x="16564908" y="0"/>
                </a:lnTo>
                <a:lnTo>
                  <a:pt x="16564908" y="16564908"/>
                </a:lnTo>
                <a:lnTo>
                  <a:pt x="0" y="16564908"/>
                </a:lnTo>
                <a:lnTo>
                  <a:pt x="0" y="0"/>
                </a:lnTo>
                <a:close/>
              </a:path>
            </a:pathLst>
          </a:custGeom>
          <a:blipFill>
            <a:blip r:embed="rId2">
              <a:alphaModFix amt="52000"/>
              <a:extLst>
                <a:ext uri="{96DAC541-7B7A-43D3-8B79-37D633B846F1}">
                  <asvg:svgBlip xmlns:asvg="http://schemas.microsoft.com/office/drawing/2016/SVG/main" r:embed="rId3"/>
                </a:ext>
              </a:extLst>
            </a:blip>
            <a:stretch>
              <a:fillRect/>
            </a:stretch>
          </a:blipFill>
        </p:spPr>
      </p:sp>
      <p:sp>
        <p:nvSpPr>
          <p:cNvPr id="32" name="Freeform 2">
            <a:extLst>
              <a:ext uri="{FF2B5EF4-FFF2-40B4-BE49-F238E27FC236}">
                <a16:creationId xmlns:a16="http://schemas.microsoft.com/office/drawing/2014/main" id="{992514EF-E9CA-4249-B47D-29640FE39AA3}"/>
              </a:ext>
            </a:extLst>
          </p:cNvPr>
          <p:cNvSpPr/>
          <p:nvPr userDrawn="1"/>
        </p:nvSpPr>
        <p:spPr>
          <a:xfrm>
            <a:off x="-8534400" y="-5862888"/>
            <a:ext cx="21760707" cy="19935056"/>
          </a:xfrm>
          <a:custGeom>
            <a:avLst/>
            <a:gdLst/>
            <a:ahLst/>
            <a:cxnLst/>
            <a:rect l="l" t="t" r="r" b="b"/>
            <a:pathLst>
              <a:path w="29526830" h="29526830">
                <a:moveTo>
                  <a:pt x="0" y="0"/>
                </a:moveTo>
                <a:lnTo>
                  <a:pt x="29526830" y="0"/>
                </a:lnTo>
                <a:lnTo>
                  <a:pt x="29526830" y="29526830"/>
                </a:lnTo>
                <a:lnTo>
                  <a:pt x="0" y="29526830"/>
                </a:lnTo>
                <a:lnTo>
                  <a:pt x="0" y="0"/>
                </a:lnTo>
                <a:close/>
              </a:path>
            </a:pathLst>
          </a:custGeom>
          <a:blipFill>
            <a:blip r:embed="rId4">
              <a:alphaModFix amt="57000"/>
              <a:extLst>
                <a:ext uri="{96DAC541-7B7A-43D3-8B79-37D633B846F1}">
                  <asvg:svgBlip xmlns:asvg="http://schemas.microsoft.com/office/drawing/2016/SVG/main" r:embed="rId5"/>
                </a:ext>
              </a:extLst>
            </a:blip>
            <a:stretch>
              <a:fillRect/>
            </a:stretch>
          </a:blipFill>
        </p:spPr>
      </p:sp>
      <p:grpSp>
        <p:nvGrpSpPr>
          <p:cNvPr id="33" name="Group 4">
            <a:extLst>
              <a:ext uri="{FF2B5EF4-FFF2-40B4-BE49-F238E27FC236}">
                <a16:creationId xmlns:a16="http://schemas.microsoft.com/office/drawing/2014/main" id="{0932FD14-02B2-433D-B50F-BBA0ABBA1DFC}"/>
              </a:ext>
            </a:extLst>
          </p:cNvPr>
          <p:cNvGrpSpPr/>
          <p:nvPr userDrawn="1"/>
        </p:nvGrpSpPr>
        <p:grpSpPr>
          <a:xfrm>
            <a:off x="13518898" y="718147"/>
            <a:ext cx="4334713" cy="621106"/>
            <a:chOff x="0" y="0"/>
            <a:chExt cx="5779617" cy="828141"/>
          </a:xfrm>
        </p:grpSpPr>
        <p:grpSp>
          <p:nvGrpSpPr>
            <p:cNvPr id="34" name="Group 5">
              <a:extLst>
                <a:ext uri="{FF2B5EF4-FFF2-40B4-BE49-F238E27FC236}">
                  <a16:creationId xmlns:a16="http://schemas.microsoft.com/office/drawing/2014/main" id="{19FEB6D3-1F91-4FA3-9786-17D88D1B16BD}"/>
                </a:ext>
              </a:extLst>
            </p:cNvPr>
            <p:cNvGrpSpPr>
              <a:grpSpLocks noChangeAspect="1"/>
            </p:cNvGrpSpPr>
            <p:nvPr/>
          </p:nvGrpSpPr>
          <p:grpSpPr>
            <a:xfrm>
              <a:off x="0" y="0"/>
              <a:ext cx="828141" cy="828141"/>
              <a:chOff x="0" y="0"/>
              <a:chExt cx="1283043" cy="1283043"/>
            </a:xfrm>
          </p:grpSpPr>
          <p:sp>
            <p:nvSpPr>
              <p:cNvPr id="54" name="Freeform 6">
                <a:extLst>
                  <a:ext uri="{FF2B5EF4-FFF2-40B4-BE49-F238E27FC236}">
                    <a16:creationId xmlns:a16="http://schemas.microsoft.com/office/drawing/2014/main" id="{AE993564-4ED4-4A01-95A3-B93BE0E728FF}"/>
                  </a:ext>
                </a:extLst>
              </p:cNvPr>
              <p:cNvSpPr/>
              <p:nvPr/>
            </p:nvSpPr>
            <p:spPr>
              <a:xfrm>
                <a:off x="63500" y="63500"/>
                <a:ext cx="1156081" cy="1156081"/>
              </a:xfrm>
              <a:custGeom>
                <a:avLst/>
                <a:gdLst/>
                <a:ahLst/>
                <a:cxnLst/>
                <a:rect l="l" t="t" r="r" b="b"/>
                <a:pathLst>
                  <a:path w="1156081" h="1156081">
                    <a:moveTo>
                      <a:pt x="425450" y="590677"/>
                    </a:moveTo>
                    <a:cubicBezTo>
                      <a:pt x="473837" y="408813"/>
                      <a:pt x="418592" y="218186"/>
                      <a:pt x="286512" y="117094"/>
                    </a:cubicBezTo>
                    <a:cubicBezTo>
                      <a:pt x="106553" y="231013"/>
                      <a:pt x="2794" y="445262"/>
                      <a:pt x="40259" y="668401"/>
                    </a:cubicBezTo>
                    <a:cubicBezTo>
                      <a:pt x="52578" y="742188"/>
                      <a:pt x="79375" y="809879"/>
                      <a:pt x="116967" y="869315"/>
                    </a:cubicBezTo>
                    <a:cubicBezTo>
                      <a:pt x="257810" y="830199"/>
                      <a:pt x="381508" y="756031"/>
                      <a:pt x="425450" y="590677"/>
                    </a:cubicBezTo>
                    <a:moveTo>
                      <a:pt x="668274" y="1115695"/>
                    </a:moveTo>
                    <a:cubicBezTo>
                      <a:pt x="965327" y="1065784"/>
                      <a:pt x="1165479" y="784606"/>
                      <a:pt x="1115568" y="487680"/>
                    </a:cubicBezTo>
                    <a:cubicBezTo>
                      <a:pt x="1074166" y="240665"/>
                      <a:pt x="872617" y="60579"/>
                      <a:pt x="635127" y="35687"/>
                    </a:cubicBezTo>
                    <a:cubicBezTo>
                      <a:pt x="587121" y="30607"/>
                      <a:pt x="537591" y="32004"/>
                      <a:pt x="487680" y="40386"/>
                    </a:cubicBezTo>
                    <a:cubicBezTo>
                      <a:pt x="428498" y="50292"/>
                      <a:pt x="373253" y="69596"/>
                      <a:pt x="322961" y="96266"/>
                    </a:cubicBezTo>
                    <a:cubicBezTo>
                      <a:pt x="584708" y="185039"/>
                      <a:pt x="725424" y="320040"/>
                      <a:pt x="735203" y="458216"/>
                    </a:cubicBezTo>
                    <a:cubicBezTo>
                      <a:pt x="740029" y="543560"/>
                      <a:pt x="700278" y="605282"/>
                      <a:pt x="648208" y="655701"/>
                    </a:cubicBezTo>
                    <a:lnTo>
                      <a:pt x="1018286" y="629793"/>
                    </a:lnTo>
                    <a:cubicBezTo>
                      <a:pt x="1028827" y="629031"/>
                      <a:pt x="1032002" y="641223"/>
                      <a:pt x="1019302" y="644906"/>
                    </a:cubicBezTo>
                    <a:lnTo>
                      <a:pt x="136525" y="898017"/>
                    </a:lnTo>
                    <a:cubicBezTo>
                      <a:pt x="226314" y="1021715"/>
                      <a:pt x="366014" y="1104138"/>
                      <a:pt x="520827" y="1120267"/>
                    </a:cubicBezTo>
                    <a:cubicBezTo>
                      <a:pt x="568833" y="1125347"/>
                      <a:pt x="618363" y="1123950"/>
                      <a:pt x="668274" y="1115568"/>
                    </a:cubicBezTo>
                    <a:moveTo>
                      <a:pt x="638429" y="3175"/>
                    </a:moveTo>
                    <a:cubicBezTo>
                      <a:pt x="929259" y="33401"/>
                      <a:pt x="1155954" y="279146"/>
                      <a:pt x="1156081" y="577850"/>
                    </a:cubicBezTo>
                    <a:cubicBezTo>
                      <a:pt x="1156208" y="897128"/>
                      <a:pt x="897509" y="1155954"/>
                      <a:pt x="578231" y="1156081"/>
                    </a:cubicBezTo>
                    <a:cubicBezTo>
                      <a:pt x="258953" y="1156208"/>
                      <a:pt x="127" y="897382"/>
                      <a:pt x="0" y="578231"/>
                    </a:cubicBezTo>
                    <a:cubicBezTo>
                      <a:pt x="-127" y="259080"/>
                      <a:pt x="258572" y="127"/>
                      <a:pt x="577850" y="0"/>
                    </a:cubicBezTo>
                    <a:cubicBezTo>
                      <a:pt x="598297" y="0"/>
                      <a:pt x="618617" y="1143"/>
                      <a:pt x="638556" y="3175"/>
                    </a:cubicBezTo>
                  </a:path>
                </a:pathLst>
              </a:custGeom>
              <a:solidFill>
                <a:srgbClr val="FFFFFF"/>
              </a:solidFill>
            </p:spPr>
          </p:sp>
          <p:sp>
            <p:nvSpPr>
              <p:cNvPr id="55" name="Freeform 7">
                <a:extLst>
                  <a:ext uri="{FF2B5EF4-FFF2-40B4-BE49-F238E27FC236}">
                    <a16:creationId xmlns:a16="http://schemas.microsoft.com/office/drawing/2014/main" id="{64124EF2-AEAD-4D2C-B2C5-23BB228434D6}"/>
                  </a:ext>
                </a:extLst>
              </p:cNvPr>
              <p:cNvSpPr/>
              <p:nvPr/>
            </p:nvSpPr>
            <p:spPr>
              <a:xfrm>
                <a:off x="96146" y="96229"/>
                <a:ext cx="1090550" cy="1090624"/>
              </a:xfrm>
              <a:custGeom>
                <a:avLst/>
                <a:gdLst/>
                <a:ahLst/>
                <a:cxnLst/>
                <a:rect l="l" t="t" r="r" b="b"/>
                <a:pathLst>
                  <a:path w="1090550" h="1090624">
                    <a:moveTo>
                      <a:pt x="7613" y="635672"/>
                    </a:moveTo>
                    <a:cubicBezTo>
                      <a:pt x="19932" y="709459"/>
                      <a:pt x="46729" y="777277"/>
                      <a:pt x="84321" y="836586"/>
                    </a:cubicBezTo>
                    <a:cubicBezTo>
                      <a:pt x="225164" y="797470"/>
                      <a:pt x="348735" y="723302"/>
                      <a:pt x="392804" y="557948"/>
                    </a:cubicBezTo>
                    <a:cubicBezTo>
                      <a:pt x="441191" y="376084"/>
                      <a:pt x="385946" y="185457"/>
                      <a:pt x="253866" y="84365"/>
                    </a:cubicBezTo>
                    <a:cubicBezTo>
                      <a:pt x="73907" y="198284"/>
                      <a:pt x="-29852" y="412533"/>
                      <a:pt x="7613" y="635672"/>
                    </a:cubicBezTo>
                    <a:moveTo>
                      <a:pt x="1082922" y="455078"/>
                    </a:moveTo>
                    <a:cubicBezTo>
                      <a:pt x="1132833" y="752004"/>
                      <a:pt x="932554" y="1033182"/>
                      <a:pt x="635628" y="1082966"/>
                    </a:cubicBezTo>
                    <a:cubicBezTo>
                      <a:pt x="585717" y="1091348"/>
                      <a:pt x="536060" y="1092745"/>
                      <a:pt x="488181" y="1087665"/>
                    </a:cubicBezTo>
                    <a:cubicBezTo>
                      <a:pt x="333241" y="1071536"/>
                      <a:pt x="193668" y="989113"/>
                      <a:pt x="103752" y="865415"/>
                    </a:cubicBezTo>
                    <a:lnTo>
                      <a:pt x="986529" y="612177"/>
                    </a:lnTo>
                    <a:cubicBezTo>
                      <a:pt x="999229" y="608494"/>
                      <a:pt x="995927" y="596302"/>
                      <a:pt x="985513" y="597064"/>
                    </a:cubicBezTo>
                    <a:lnTo>
                      <a:pt x="615435" y="622972"/>
                    </a:lnTo>
                    <a:cubicBezTo>
                      <a:pt x="667632" y="572680"/>
                      <a:pt x="707256" y="510958"/>
                      <a:pt x="702430" y="425487"/>
                    </a:cubicBezTo>
                    <a:cubicBezTo>
                      <a:pt x="692651" y="287184"/>
                      <a:pt x="551935" y="152310"/>
                      <a:pt x="290188" y="63537"/>
                    </a:cubicBezTo>
                    <a:cubicBezTo>
                      <a:pt x="340480" y="36867"/>
                      <a:pt x="395725" y="17563"/>
                      <a:pt x="454907" y="7657"/>
                    </a:cubicBezTo>
                    <a:cubicBezTo>
                      <a:pt x="504818" y="-725"/>
                      <a:pt x="554475" y="-2122"/>
                      <a:pt x="602354" y="2958"/>
                    </a:cubicBezTo>
                    <a:cubicBezTo>
                      <a:pt x="839844" y="27850"/>
                      <a:pt x="1041393" y="207936"/>
                      <a:pt x="1082922" y="455078"/>
                    </a:cubicBezTo>
                  </a:path>
                </a:pathLst>
              </a:custGeom>
              <a:solidFill>
                <a:srgbClr val="C90C0F"/>
              </a:solidFill>
            </p:spPr>
          </p:sp>
        </p:grpSp>
        <p:grpSp>
          <p:nvGrpSpPr>
            <p:cNvPr id="35" name="Group 8">
              <a:extLst>
                <a:ext uri="{FF2B5EF4-FFF2-40B4-BE49-F238E27FC236}">
                  <a16:creationId xmlns:a16="http://schemas.microsoft.com/office/drawing/2014/main" id="{2BB34548-B27D-4244-A58E-0FAF1D4FE79F}"/>
                </a:ext>
              </a:extLst>
            </p:cNvPr>
            <p:cNvGrpSpPr>
              <a:grpSpLocks noChangeAspect="1"/>
            </p:cNvGrpSpPr>
            <p:nvPr/>
          </p:nvGrpSpPr>
          <p:grpSpPr>
            <a:xfrm>
              <a:off x="947681" y="221817"/>
              <a:ext cx="1879107" cy="382761"/>
              <a:chOff x="0" y="0"/>
              <a:chExt cx="2911310" cy="593014"/>
            </a:xfrm>
          </p:grpSpPr>
          <p:sp>
            <p:nvSpPr>
              <p:cNvPr id="47" name="Freeform 9">
                <a:extLst>
                  <a:ext uri="{FF2B5EF4-FFF2-40B4-BE49-F238E27FC236}">
                    <a16:creationId xmlns:a16="http://schemas.microsoft.com/office/drawing/2014/main" id="{0F7663D9-4013-4C9F-9C9C-41455CF1D69C}"/>
                  </a:ext>
                </a:extLst>
              </p:cNvPr>
              <p:cNvSpPr/>
              <p:nvPr/>
            </p:nvSpPr>
            <p:spPr>
              <a:xfrm>
                <a:off x="2447290" y="70485"/>
                <a:ext cx="400558" cy="452755"/>
              </a:xfrm>
              <a:custGeom>
                <a:avLst/>
                <a:gdLst/>
                <a:ahLst/>
                <a:cxnLst/>
                <a:rect l="l" t="t" r="r" b="b"/>
                <a:pathLst>
                  <a:path w="400558" h="452755">
                    <a:moveTo>
                      <a:pt x="295148" y="452755"/>
                    </a:moveTo>
                    <a:lnTo>
                      <a:pt x="295148" y="262636"/>
                    </a:lnTo>
                    <a:lnTo>
                      <a:pt x="104648" y="262636"/>
                    </a:lnTo>
                    <a:lnTo>
                      <a:pt x="104648" y="452755"/>
                    </a:lnTo>
                    <a:lnTo>
                      <a:pt x="0" y="452755"/>
                    </a:lnTo>
                    <a:lnTo>
                      <a:pt x="0" y="0"/>
                    </a:lnTo>
                    <a:lnTo>
                      <a:pt x="104648" y="0"/>
                    </a:lnTo>
                    <a:lnTo>
                      <a:pt x="104648" y="180340"/>
                    </a:lnTo>
                    <a:lnTo>
                      <a:pt x="295148" y="180340"/>
                    </a:lnTo>
                    <a:lnTo>
                      <a:pt x="295148" y="0"/>
                    </a:lnTo>
                    <a:lnTo>
                      <a:pt x="400558" y="0"/>
                    </a:lnTo>
                    <a:lnTo>
                      <a:pt x="400558" y="452755"/>
                    </a:lnTo>
                    <a:close/>
                  </a:path>
                </a:pathLst>
              </a:custGeom>
              <a:solidFill>
                <a:srgbClr val="FFFFFF"/>
              </a:solidFill>
            </p:spPr>
          </p:sp>
          <p:sp>
            <p:nvSpPr>
              <p:cNvPr id="48" name="Freeform 10">
                <a:extLst>
                  <a:ext uri="{FF2B5EF4-FFF2-40B4-BE49-F238E27FC236}">
                    <a16:creationId xmlns:a16="http://schemas.microsoft.com/office/drawing/2014/main" id="{F45A11AC-A88D-4517-AF75-A08C8CF26005}"/>
                  </a:ext>
                </a:extLst>
              </p:cNvPr>
              <p:cNvSpPr/>
              <p:nvPr/>
            </p:nvSpPr>
            <p:spPr>
              <a:xfrm>
                <a:off x="488188" y="70485"/>
                <a:ext cx="379476" cy="458724"/>
              </a:xfrm>
              <a:custGeom>
                <a:avLst/>
                <a:gdLst/>
                <a:ahLst/>
                <a:cxnLst/>
                <a:rect l="l" t="t" r="r" b="b"/>
                <a:pathLst>
                  <a:path w="379476" h="458724">
                    <a:moveTo>
                      <a:pt x="0" y="0"/>
                    </a:moveTo>
                    <a:lnTo>
                      <a:pt x="0" y="283464"/>
                    </a:lnTo>
                    <a:cubicBezTo>
                      <a:pt x="0" y="314833"/>
                      <a:pt x="4572" y="341884"/>
                      <a:pt x="13716" y="363982"/>
                    </a:cubicBezTo>
                    <a:cubicBezTo>
                      <a:pt x="22733" y="385826"/>
                      <a:pt x="35814" y="403987"/>
                      <a:pt x="52705" y="417957"/>
                    </a:cubicBezTo>
                    <a:cubicBezTo>
                      <a:pt x="69723" y="432054"/>
                      <a:pt x="90170" y="442468"/>
                      <a:pt x="113538" y="448818"/>
                    </a:cubicBezTo>
                    <a:cubicBezTo>
                      <a:pt x="137287" y="455422"/>
                      <a:pt x="164084" y="458724"/>
                      <a:pt x="193167" y="458724"/>
                    </a:cubicBezTo>
                    <a:cubicBezTo>
                      <a:pt x="222250" y="458724"/>
                      <a:pt x="248793" y="455422"/>
                      <a:pt x="272034" y="448818"/>
                    </a:cubicBezTo>
                    <a:cubicBezTo>
                      <a:pt x="294894" y="442341"/>
                      <a:pt x="314452" y="432054"/>
                      <a:pt x="330073" y="418084"/>
                    </a:cubicBezTo>
                    <a:cubicBezTo>
                      <a:pt x="345694" y="404114"/>
                      <a:pt x="358013" y="385953"/>
                      <a:pt x="366522" y="363982"/>
                    </a:cubicBezTo>
                    <a:cubicBezTo>
                      <a:pt x="375031" y="342011"/>
                      <a:pt x="379476" y="314833"/>
                      <a:pt x="379476" y="283337"/>
                    </a:cubicBezTo>
                    <a:lnTo>
                      <a:pt x="379476" y="0"/>
                    </a:lnTo>
                    <a:lnTo>
                      <a:pt x="281813" y="0"/>
                    </a:lnTo>
                    <a:lnTo>
                      <a:pt x="281813" y="280416"/>
                    </a:lnTo>
                    <a:cubicBezTo>
                      <a:pt x="281813" y="308991"/>
                      <a:pt x="274701" y="331978"/>
                      <a:pt x="260731" y="348996"/>
                    </a:cubicBezTo>
                    <a:cubicBezTo>
                      <a:pt x="246507" y="366268"/>
                      <a:pt x="223774" y="374904"/>
                      <a:pt x="193294" y="374904"/>
                    </a:cubicBezTo>
                    <a:cubicBezTo>
                      <a:pt x="163322" y="374904"/>
                      <a:pt x="140716" y="366268"/>
                      <a:pt x="126238" y="348996"/>
                    </a:cubicBezTo>
                    <a:cubicBezTo>
                      <a:pt x="112014" y="332105"/>
                      <a:pt x="104775" y="308991"/>
                      <a:pt x="104775" y="280416"/>
                    </a:cubicBezTo>
                    <a:lnTo>
                      <a:pt x="104775" y="0"/>
                    </a:lnTo>
                    <a:close/>
                  </a:path>
                </a:pathLst>
              </a:custGeom>
              <a:solidFill>
                <a:srgbClr val="FFFFFF"/>
              </a:solidFill>
            </p:spPr>
          </p:sp>
          <p:sp>
            <p:nvSpPr>
              <p:cNvPr id="49" name="Freeform 11">
                <a:extLst>
                  <a:ext uri="{FF2B5EF4-FFF2-40B4-BE49-F238E27FC236}">
                    <a16:creationId xmlns:a16="http://schemas.microsoft.com/office/drawing/2014/main" id="{F2779BA5-04A9-44D2-85A0-BCDABFFB6A8F}"/>
                  </a:ext>
                </a:extLst>
              </p:cNvPr>
              <p:cNvSpPr/>
              <p:nvPr/>
            </p:nvSpPr>
            <p:spPr>
              <a:xfrm>
                <a:off x="63500" y="70485"/>
                <a:ext cx="351409" cy="452755"/>
              </a:xfrm>
              <a:custGeom>
                <a:avLst/>
                <a:gdLst/>
                <a:ahLst/>
                <a:cxnLst/>
                <a:rect l="l" t="t" r="r" b="b"/>
                <a:pathLst>
                  <a:path w="351409" h="452755">
                    <a:moveTo>
                      <a:pt x="123063" y="452755"/>
                    </a:moveTo>
                    <a:lnTo>
                      <a:pt x="123063" y="84582"/>
                    </a:lnTo>
                    <a:lnTo>
                      <a:pt x="0" y="84582"/>
                    </a:lnTo>
                    <a:lnTo>
                      <a:pt x="0" y="0"/>
                    </a:lnTo>
                    <a:lnTo>
                      <a:pt x="351409" y="0"/>
                    </a:lnTo>
                    <a:lnTo>
                      <a:pt x="351409" y="40640"/>
                    </a:lnTo>
                    <a:cubicBezTo>
                      <a:pt x="351409" y="64897"/>
                      <a:pt x="331724" y="84709"/>
                      <a:pt x="307467" y="84709"/>
                    </a:cubicBezTo>
                    <a:lnTo>
                      <a:pt x="227584" y="84709"/>
                    </a:lnTo>
                    <a:lnTo>
                      <a:pt x="227584" y="452755"/>
                    </a:lnTo>
                    <a:close/>
                  </a:path>
                </a:pathLst>
              </a:custGeom>
              <a:solidFill>
                <a:srgbClr val="FFFFFF"/>
              </a:solidFill>
            </p:spPr>
          </p:sp>
          <p:sp>
            <p:nvSpPr>
              <p:cNvPr id="50" name="Freeform 12">
                <a:extLst>
                  <a:ext uri="{FF2B5EF4-FFF2-40B4-BE49-F238E27FC236}">
                    <a16:creationId xmlns:a16="http://schemas.microsoft.com/office/drawing/2014/main" id="{2C40D997-0D94-42F7-8FF9-635D09AFD0A3}"/>
                  </a:ext>
                </a:extLst>
              </p:cNvPr>
              <p:cNvSpPr/>
              <p:nvPr/>
            </p:nvSpPr>
            <p:spPr>
              <a:xfrm>
                <a:off x="1867662" y="70485"/>
                <a:ext cx="104648" cy="452755"/>
              </a:xfrm>
              <a:custGeom>
                <a:avLst/>
                <a:gdLst/>
                <a:ahLst/>
                <a:cxnLst/>
                <a:rect l="l" t="t" r="r" b="b"/>
                <a:pathLst>
                  <a:path w="104648" h="452755">
                    <a:moveTo>
                      <a:pt x="0" y="0"/>
                    </a:moveTo>
                    <a:lnTo>
                      <a:pt x="104648" y="0"/>
                    </a:lnTo>
                    <a:lnTo>
                      <a:pt x="104648" y="452755"/>
                    </a:lnTo>
                    <a:lnTo>
                      <a:pt x="0" y="452755"/>
                    </a:lnTo>
                    <a:close/>
                  </a:path>
                </a:pathLst>
              </a:custGeom>
              <a:solidFill>
                <a:srgbClr val="FFFFFF"/>
              </a:solidFill>
            </p:spPr>
          </p:sp>
          <p:sp>
            <p:nvSpPr>
              <p:cNvPr id="51" name="Freeform 13">
                <a:extLst>
                  <a:ext uri="{FF2B5EF4-FFF2-40B4-BE49-F238E27FC236}">
                    <a16:creationId xmlns:a16="http://schemas.microsoft.com/office/drawing/2014/main" id="{9D759767-8702-4FEB-A633-CD1F3ACBF3B4}"/>
                  </a:ext>
                </a:extLst>
              </p:cNvPr>
              <p:cNvSpPr/>
              <p:nvPr/>
            </p:nvSpPr>
            <p:spPr>
              <a:xfrm>
                <a:off x="1414653" y="70358"/>
                <a:ext cx="395605" cy="453009"/>
              </a:xfrm>
              <a:custGeom>
                <a:avLst/>
                <a:gdLst/>
                <a:ahLst/>
                <a:cxnLst/>
                <a:rect l="l" t="t" r="r" b="b"/>
                <a:pathLst>
                  <a:path w="395605" h="453009">
                    <a:moveTo>
                      <a:pt x="104648" y="241808"/>
                    </a:moveTo>
                    <a:lnTo>
                      <a:pt x="108204" y="246253"/>
                    </a:lnTo>
                    <a:lnTo>
                      <a:pt x="241808" y="418465"/>
                    </a:lnTo>
                    <a:cubicBezTo>
                      <a:pt x="258826" y="440436"/>
                      <a:pt x="284480" y="453009"/>
                      <a:pt x="312293" y="453009"/>
                    </a:cubicBezTo>
                    <a:lnTo>
                      <a:pt x="395605" y="453009"/>
                    </a:lnTo>
                    <a:lnTo>
                      <a:pt x="204089" y="209423"/>
                    </a:lnTo>
                    <a:lnTo>
                      <a:pt x="201295" y="205867"/>
                    </a:lnTo>
                    <a:lnTo>
                      <a:pt x="204089" y="202311"/>
                    </a:lnTo>
                    <a:lnTo>
                      <a:pt x="361569" y="0"/>
                    </a:lnTo>
                    <a:lnTo>
                      <a:pt x="252730" y="0"/>
                    </a:lnTo>
                    <a:lnTo>
                      <a:pt x="108331" y="195072"/>
                    </a:lnTo>
                    <a:lnTo>
                      <a:pt x="104648" y="199771"/>
                    </a:lnTo>
                    <a:lnTo>
                      <a:pt x="104648" y="191643"/>
                    </a:lnTo>
                    <a:lnTo>
                      <a:pt x="104648" y="0"/>
                    </a:lnTo>
                    <a:lnTo>
                      <a:pt x="0" y="0"/>
                    </a:lnTo>
                    <a:lnTo>
                      <a:pt x="0" y="452755"/>
                    </a:lnTo>
                    <a:lnTo>
                      <a:pt x="104648" y="452755"/>
                    </a:lnTo>
                    <a:lnTo>
                      <a:pt x="104648" y="249809"/>
                    </a:lnTo>
                    <a:close/>
                  </a:path>
                </a:pathLst>
              </a:custGeom>
              <a:solidFill>
                <a:srgbClr val="FFFFFF"/>
              </a:solidFill>
            </p:spPr>
          </p:sp>
          <p:sp>
            <p:nvSpPr>
              <p:cNvPr id="52" name="Freeform 14">
                <a:extLst>
                  <a:ext uri="{FF2B5EF4-FFF2-40B4-BE49-F238E27FC236}">
                    <a16:creationId xmlns:a16="http://schemas.microsoft.com/office/drawing/2014/main" id="{7A2F4CE0-EA9B-4F94-8261-EB12D277E0FF}"/>
                  </a:ext>
                </a:extLst>
              </p:cNvPr>
              <p:cNvSpPr/>
              <p:nvPr/>
            </p:nvSpPr>
            <p:spPr>
              <a:xfrm>
                <a:off x="964565" y="70485"/>
                <a:ext cx="383032" cy="452755"/>
              </a:xfrm>
              <a:custGeom>
                <a:avLst/>
                <a:gdLst/>
                <a:ahLst/>
                <a:cxnLst/>
                <a:rect l="l" t="t" r="r" b="b"/>
                <a:pathLst>
                  <a:path w="383032" h="452755">
                    <a:moveTo>
                      <a:pt x="104521" y="207264"/>
                    </a:moveTo>
                    <a:lnTo>
                      <a:pt x="165481" y="207264"/>
                    </a:lnTo>
                    <a:cubicBezTo>
                      <a:pt x="187452" y="207264"/>
                      <a:pt x="204089" y="201295"/>
                      <a:pt x="215138" y="189357"/>
                    </a:cubicBezTo>
                    <a:cubicBezTo>
                      <a:pt x="226060" y="177673"/>
                      <a:pt x="231648" y="162433"/>
                      <a:pt x="231648" y="144018"/>
                    </a:cubicBezTo>
                    <a:cubicBezTo>
                      <a:pt x="231648" y="125222"/>
                      <a:pt x="226314" y="109728"/>
                      <a:pt x="215646" y="98044"/>
                    </a:cubicBezTo>
                    <a:cubicBezTo>
                      <a:pt x="204851" y="86106"/>
                      <a:pt x="187960" y="80137"/>
                      <a:pt x="165481" y="80137"/>
                    </a:cubicBezTo>
                    <a:lnTo>
                      <a:pt x="104521" y="80137"/>
                    </a:lnTo>
                    <a:close/>
                    <a:moveTo>
                      <a:pt x="313690" y="452755"/>
                    </a:moveTo>
                    <a:cubicBezTo>
                      <a:pt x="282702" y="452755"/>
                      <a:pt x="253492" y="436245"/>
                      <a:pt x="237490" y="409829"/>
                    </a:cubicBezTo>
                    <a:lnTo>
                      <a:pt x="156083" y="275336"/>
                    </a:lnTo>
                    <a:lnTo>
                      <a:pt x="104521" y="275336"/>
                    </a:lnTo>
                    <a:lnTo>
                      <a:pt x="104521" y="452628"/>
                    </a:lnTo>
                    <a:lnTo>
                      <a:pt x="0" y="452628"/>
                    </a:lnTo>
                    <a:lnTo>
                      <a:pt x="0" y="0"/>
                    </a:lnTo>
                    <a:lnTo>
                      <a:pt x="186309" y="0"/>
                    </a:lnTo>
                    <a:cubicBezTo>
                      <a:pt x="234188" y="0"/>
                      <a:pt x="271653" y="12446"/>
                      <a:pt x="297815" y="37084"/>
                    </a:cubicBezTo>
                    <a:cubicBezTo>
                      <a:pt x="323977" y="61722"/>
                      <a:pt x="337058" y="95377"/>
                      <a:pt x="337058" y="137160"/>
                    </a:cubicBezTo>
                    <a:cubicBezTo>
                      <a:pt x="337058" y="158369"/>
                      <a:pt x="331343" y="179959"/>
                      <a:pt x="320167" y="201168"/>
                    </a:cubicBezTo>
                    <a:cubicBezTo>
                      <a:pt x="309118" y="221996"/>
                      <a:pt x="289687" y="239014"/>
                      <a:pt x="262128" y="251841"/>
                    </a:cubicBezTo>
                    <a:lnTo>
                      <a:pt x="256032" y="254635"/>
                    </a:lnTo>
                    <a:lnTo>
                      <a:pt x="383032" y="452501"/>
                    </a:lnTo>
                    <a:close/>
                  </a:path>
                </a:pathLst>
              </a:custGeom>
              <a:solidFill>
                <a:srgbClr val="FFFFFF"/>
              </a:solidFill>
            </p:spPr>
          </p:sp>
          <p:sp>
            <p:nvSpPr>
              <p:cNvPr id="53" name="Freeform 15">
                <a:extLst>
                  <a:ext uri="{FF2B5EF4-FFF2-40B4-BE49-F238E27FC236}">
                    <a16:creationId xmlns:a16="http://schemas.microsoft.com/office/drawing/2014/main" id="{41DF17C3-3128-4C56-AAE4-6ABA6CFD0009}"/>
                  </a:ext>
                </a:extLst>
              </p:cNvPr>
              <p:cNvSpPr/>
              <p:nvPr/>
            </p:nvSpPr>
            <p:spPr>
              <a:xfrm>
                <a:off x="2058162" y="63500"/>
                <a:ext cx="303276" cy="466217"/>
              </a:xfrm>
              <a:custGeom>
                <a:avLst/>
                <a:gdLst/>
                <a:ahLst/>
                <a:cxnLst/>
                <a:rect l="l" t="t" r="r" b="b"/>
                <a:pathLst>
                  <a:path w="303276" h="466217">
                    <a:moveTo>
                      <a:pt x="0" y="440436"/>
                    </a:moveTo>
                    <a:lnTo>
                      <a:pt x="0" y="353695"/>
                    </a:lnTo>
                    <a:cubicBezTo>
                      <a:pt x="33274" y="369062"/>
                      <a:pt x="76200" y="384302"/>
                      <a:pt x="120523" y="384302"/>
                    </a:cubicBezTo>
                    <a:cubicBezTo>
                      <a:pt x="171577" y="384302"/>
                      <a:pt x="197485" y="366776"/>
                      <a:pt x="197485" y="333248"/>
                    </a:cubicBezTo>
                    <a:cubicBezTo>
                      <a:pt x="197485" y="293878"/>
                      <a:pt x="162687" y="289433"/>
                      <a:pt x="93218" y="259588"/>
                    </a:cubicBezTo>
                    <a:cubicBezTo>
                      <a:pt x="45847" y="238379"/>
                      <a:pt x="762" y="205613"/>
                      <a:pt x="762" y="129794"/>
                    </a:cubicBezTo>
                    <a:cubicBezTo>
                      <a:pt x="762" y="41529"/>
                      <a:pt x="68072" y="0"/>
                      <a:pt x="161290" y="0"/>
                    </a:cubicBezTo>
                    <a:cubicBezTo>
                      <a:pt x="210820" y="0"/>
                      <a:pt x="252984" y="11684"/>
                      <a:pt x="276733" y="20447"/>
                    </a:cubicBezTo>
                    <a:lnTo>
                      <a:pt x="276733" y="105029"/>
                    </a:lnTo>
                    <a:cubicBezTo>
                      <a:pt x="252984" y="94107"/>
                      <a:pt x="210947" y="81026"/>
                      <a:pt x="168656" y="81026"/>
                    </a:cubicBezTo>
                    <a:cubicBezTo>
                      <a:pt x="122809" y="81026"/>
                      <a:pt x="101346" y="97790"/>
                      <a:pt x="101346" y="127000"/>
                    </a:cubicBezTo>
                    <a:cubicBezTo>
                      <a:pt x="101346" y="157607"/>
                      <a:pt x="127254" y="167132"/>
                      <a:pt x="173863" y="184658"/>
                    </a:cubicBezTo>
                    <a:cubicBezTo>
                      <a:pt x="233807" y="214503"/>
                      <a:pt x="303276" y="227711"/>
                      <a:pt x="303276" y="329819"/>
                    </a:cubicBezTo>
                    <a:cubicBezTo>
                      <a:pt x="303276" y="418084"/>
                      <a:pt x="233045" y="466217"/>
                      <a:pt x="139065" y="466217"/>
                    </a:cubicBezTo>
                    <a:cubicBezTo>
                      <a:pt x="81407" y="466217"/>
                      <a:pt x="35560" y="456057"/>
                      <a:pt x="0" y="440690"/>
                    </a:cubicBezTo>
                  </a:path>
                </a:pathLst>
              </a:custGeom>
              <a:solidFill>
                <a:srgbClr val="FFFFFF"/>
              </a:solidFill>
            </p:spPr>
          </p:sp>
        </p:grpSp>
        <p:grpSp>
          <p:nvGrpSpPr>
            <p:cNvPr id="36" name="Group 16">
              <a:extLst>
                <a:ext uri="{FF2B5EF4-FFF2-40B4-BE49-F238E27FC236}">
                  <a16:creationId xmlns:a16="http://schemas.microsoft.com/office/drawing/2014/main" id="{8EC8E79F-1B7A-44AE-96E9-2057A6B65584}"/>
                </a:ext>
              </a:extLst>
            </p:cNvPr>
            <p:cNvGrpSpPr>
              <a:grpSpLocks noChangeAspect="1"/>
            </p:cNvGrpSpPr>
            <p:nvPr/>
          </p:nvGrpSpPr>
          <p:grpSpPr>
            <a:xfrm>
              <a:off x="2945722" y="224424"/>
              <a:ext cx="2833895" cy="381901"/>
              <a:chOff x="0" y="0"/>
              <a:chExt cx="4390568" cy="591680"/>
            </a:xfrm>
          </p:grpSpPr>
          <p:sp>
            <p:nvSpPr>
              <p:cNvPr id="37" name="Freeform 17">
                <a:extLst>
                  <a:ext uri="{FF2B5EF4-FFF2-40B4-BE49-F238E27FC236}">
                    <a16:creationId xmlns:a16="http://schemas.microsoft.com/office/drawing/2014/main" id="{32A4972F-9207-4FF3-B359-2B89379248F3}"/>
                  </a:ext>
                </a:extLst>
              </p:cNvPr>
              <p:cNvSpPr/>
              <p:nvPr/>
            </p:nvSpPr>
            <p:spPr>
              <a:xfrm>
                <a:off x="1788795" y="69596"/>
                <a:ext cx="398907" cy="452628"/>
              </a:xfrm>
              <a:custGeom>
                <a:avLst/>
                <a:gdLst/>
                <a:ahLst/>
                <a:cxnLst/>
                <a:rect l="l" t="t" r="r" b="b"/>
                <a:pathLst>
                  <a:path w="398907" h="452628">
                    <a:moveTo>
                      <a:pt x="0" y="0"/>
                    </a:moveTo>
                    <a:lnTo>
                      <a:pt x="64770" y="0"/>
                    </a:lnTo>
                    <a:cubicBezTo>
                      <a:pt x="95504" y="0"/>
                      <a:pt x="124206" y="15875"/>
                      <a:pt x="140462" y="42037"/>
                    </a:cubicBezTo>
                    <a:lnTo>
                      <a:pt x="266700" y="244856"/>
                    </a:lnTo>
                    <a:cubicBezTo>
                      <a:pt x="280924" y="267335"/>
                      <a:pt x="297561" y="297180"/>
                      <a:pt x="307213" y="318262"/>
                    </a:cubicBezTo>
                    <a:lnTo>
                      <a:pt x="309499" y="318262"/>
                    </a:lnTo>
                    <a:cubicBezTo>
                      <a:pt x="307975" y="297942"/>
                      <a:pt x="307213" y="269494"/>
                      <a:pt x="307213" y="249301"/>
                    </a:cubicBezTo>
                    <a:lnTo>
                      <a:pt x="307213" y="0"/>
                    </a:lnTo>
                    <a:lnTo>
                      <a:pt x="398907" y="0"/>
                    </a:lnTo>
                    <a:lnTo>
                      <a:pt x="398907" y="452628"/>
                    </a:lnTo>
                    <a:lnTo>
                      <a:pt x="284226" y="452628"/>
                    </a:lnTo>
                    <a:lnTo>
                      <a:pt x="130810" y="207772"/>
                    </a:lnTo>
                    <a:cubicBezTo>
                      <a:pt x="116586" y="185293"/>
                      <a:pt x="101473" y="158369"/>
                      <a:pt x="90932" y="138049"/>
                    </a:cubicBezTo>
                    <a:lnTo>
                      <a:pt x="89408" y="138049"/>
                    </a:lnTo>
                    <a:cubicBezTo>
                      <a:pt x="90170" y="157607"/>
                      <a:pt x="91694" y="180975"/>
                      <a:pt x="91694" y="202692"/>
                    </a:cubicBezTo>
                    <a:lnTo>
                      <a:pt x="91694" y="452628"/>
                    </a:lnTo>
                    <a:lnTo>
                      <a:pt x="0" y="452628"/>
                    </a:lnTo>
                    <a:close/>
                  </a:path>
                </a:pathLst>
              </a:custGeom>
              <a:solidFill>
                <a:srgbClr val="FFFFFF"/>
              </a:solidFill>
            </p:spPr>
          </p:sp>
          <p:sp>
            <p:nvSpPr>
              <p:cNvPr id="38" name="Freeform 18">
                <a:extLst>
                  <a:ext uri="{FF2B5EF4-FFF2-40B4-BE49-F238E27FC236}">
                    <a16:creationId xmlns:a16="http://schemas.microsoft.com/office/drawing/2014/main" id="{B7067479-4723-4FC5-86E5-3980C4C364C0}"/>
                  </a:ext>
                </a:extLst>
              </p:cNvPr>
              <p:cNvSpPr/>
              <p:nvPr/>
            </p:nvSpPr>
            <p:spPr>
              <a:xfrm>
                <a:off x="2260473"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39" name="Freeform 19">
                <a:extLst>
                  <a:ext uri="{FF2B5EF4-FFF2-40B4-BE49-F238E27FC236}">
                    <a16:creationId xmlns:a16="http://schemas.microsoft.com/office/drawing/2014/main" id="{D2A04E69-568D-47F8-8740-45FF536D7BFE}"/>
                  </a:ext>
                </a:extLst>
              </p:cNvPr>
              <p:cNvSpPr/>
              <p:nvPr/>
            </p:nvSpPr>
            <p:spPr>
              <a:xfrm>
                <a:off x="3029331"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40" name="Freeform 20">
                <a:extLst>
                  <a:ext uri="{FF2B5EF4-FFF2-40B4-BE49-F238E27FC236}">
                    <a16:creationId xmlns:a16="http://schemas.microsoft.com/office/drawing/2014/main" id="{4A22F991-2EF5-40C2-B66E-11453E5593F0}"/>
                  </a:ext>
                </a:extLst>
              </p:cNvPr>
              <p:cNvSpPr/>
              <p:nvPr/>
            </p:nvSpPr>
            <p:spPr>
              <a:xfrm>
                <a:off x="2748534" y="69469"/>
                <a:ext cx="271526" cy="452628"/>
              </a:xfrm>
              <a:custGeom>
                <a:avLst/>
                <a:gdLst/>
                <a:ahLst/>
                <a:cxnLst/>
                <a:rect l="l" t="t" r="r" b="b"/>
                <a:pathLst>
                  <a:path w="271526" h="452628">
                    <a:moveTo>
                      <a:pt x="0" y="452628"/>
                    </a:moveTo>
                    <a:lnTo>
                      <a:pt x="0" y="0"/>
                    </a:lnTo>
                    <a:lnTo>
                      <a:pt x="50800" y="0"/>
                    </a:lnTo>
                    <a:cubicBezTo>
                      <a:pt x="80518" y="0"/>
                      <a:pt x="104521" y="24130"/>
                      <a:pt x="104521" y="53721"/>
                    </a:cubicBezTo>
                    <a:lnTo>
                      <a:pt x="104521" y="371094"/>
                    </a:lnTo>
                    <a:lnTo>
                      <a:pt x="271526" y="371094"/>
                    </a:lnTo>
                    <a:lnTo>
                      <a:pt x="271526" y="452628"/>
                    </a:lnTo>
                    <a:close/>
                  </a:path>
                </a:pathLst>
              </a:custGeom>
              <a:solidFill>
                <a:srgbClr val="FFFFFF"/>
              </a:solidFill>
            </p:spPr>
          </p:sp>
          <p:sp>
            <p:nvSpPr>
              <p:cNvPr id="41" name="Freeform 21">
                <a:extLst>
                  <a:ext uri="{FF2B5EF4-FFF2-40B4-BE49-F238E27FC236}">
                    <a16:creationId xmlns:a16="http://schemas.microsoft.com/office/drawing/2014/main" id="{41B8589B-998A-4253-97B6-A1C867D78C07}"/>
                  </a:ext>
                </a:extLst>
              </p:cNvPr>
              <p:cNvSpPr/>
              <p:nvPr/>
            </p:nvSpPr>
            <p:spPr>
              <a:xfrm>
                <a:off x="3512058" y="63500"/>
                <a:ext cx="383159" cy="464693"/>
              </a:xfrm>
              <a:custGeom>
                <a:avLst/>
                <a:gdLst/>
                <a:ahLst/>
                <a:cxnLst/>
                <a:rect l="l" t="t" r="r" b="b"/>
                <a:pathLst>
                  <a:path w="383159" h="464693">
                    <a:moveTo>
                      <a:pt x="127" y="237744"/>
                    </a:moveTo>
                    <a:cubicBezTo>
                      <a:pt x="127" y="111252"/>
                      <a:pt x="69215" y="0"/>
                      <a:pt x="232791" y="0"/>
                    </a:cubicBezTo>
                    <a:cubicBezTo>
                      <a:pt x="291719" y="0"/>
                      <a:pt x="330200" y="10160"/>
                      <a:pt x="360045" y="23241"/>
                    </a:cubicBezTo>
                    <a:lnTo>
                      <a:pt x="360045" y="108331"/>
                    </a:lnTo>
                    <a:cubicBezTo>
                      <a:pt x="324358" y="91567"/>
                      <a:pt x="286639" y="82169"/>
                      <a:pt x="237871" y="82169"/>
                    </a:cubicBezTo>
                    <a:cubicBezTo>
                      <a:pt x="149860" y="82169"/>
                      <a:pt x="105537" y="137414"/>
                      <a:pt x="105537" y="237744"/>
                    </a:cubicBezTo>
                    <a:cubicBezTo>
                      <a:pt x="105537" y="335153"/>
                      <a:pt x="152019" y="384683"/>
                      <a:pt x="234950" y="384683"/>
                    </a:cubicBezTo>
                    <a:cubicBezTo>
                      <a:pt x="257556" y="384683"/>
                      <a:pt x="272034" y="381762"/>
                      <a:pt x="287274" y="376682"/>
                    </a:cubicBezTo>
                    <a:lnTo>
                      <a:pt x="287274" y="287147"/>
                    </a:lnTo>
                    <a:lnTo>
                      <a:pt x="254889" y="287147"/>
                    </a:lnTo>
                    <a:cubicBezTo>
                      <a:pt x="233807" y="287147"/>
                      <a:pt x="216662" y="270002"/>
                      <a:pt x="216662" y="248920"/>
                    </a:cubicBezTo>
                    <a:lnTo>
                      <a:pt x="216662" y="212344"/>
                    </a:lnTo>
                    <a:lnTo>
                      <a:pt x="383159" y="212344"/>
                    </a:lnTo>
                    <a:lnTo>
                      <a:pt x="383159" y="437769"/>
                    </a:lnTo>
                    <a:cubicBezTo>
                      <a:pt x="343916" y="451612"/>
                      <a:pt x="297306" y="464693"/>
                      <a:pt x="229743" y="464693"/>
                    </a:cubicBezTo>
                    <a:cubicBezTo>
                      <a:pt x="80645" y="464693"/>
                      <a:pt x="0" y="372364"/>
                      <a:pt x="0" y="237871"/>
                    </a:cubicBezTo>
                  </a:path>
                </a:pathLst>
              </a:custGeom>
              <a:solidFill>
                <a:srgbClr val="FFFFFF"/>
              </a:solidFill>
            </p:spPr>
          </p:sp>
          <p:sp>
            <p:nvSpPr>
              <p:cNvPr id="42" name="Freeform 22">
                <a:extLst>
                  <a:ext uri="{FF2B5EF4-FFF2-40B4-BE49-F238E27FC236}">
                    <a16:creationId xmlns:a16="http://schemas.microsoft.com/office/drawing/2014/main" id="{7DDB87FD-2D87-44BE-AB0F-CD439261811E}"/>
                  </a:ext>
                </a:extLst>
              </p:cNvPr>
              <p:cNvSpPr/>
              <p:nvPr/>
            </p:nvSpPr>
            <p:spPr>
              <a:xfrm>
                <a:off x="63500" y="69469"/>
                <a:ext cx="351282" cy="452755"/>
              </a:xfrm>
              <a:custGeom>
                <a:avLst/>
                <a:gdLst/>
                <a:ahLst/>
                <a:cxnLst/>
                <a:rect l="l" t="t" r="r" b="b"/>
                <a:pathLst>
                  <a:path w="351282" h="452755">
                    <a:moveTo>
                      <a:pt x="123063" y="452755"/>
                    </a:moveTo>
                    <a:lnTo>
                      <a:pt x="123063" y="84582"/>
                    </a:lnTo>
                    <a:lnTo>
                      <a:pt x="0" y="84582"/>
                    </a:lnTo>
                    <a:lnTo>
                      <a:pt x="0" y="0"/>
                    </a:lnTo>
                    <a:lnTo>
                      <a:pt x="351282" y="0"/>
                    </a:lnTo>
                    <a:lnTo>
                      <a:pt x="351282" y="40513"/>
                    </a:lnTo>
                    <a:cubicBezTo>
                      <a:pt x="351282" y="64770"/>
                      <a:pt x="331597" y="84455"/>
                      <a:pt x="307340" y="84455"/>
                    </a:cubicBezTo>
                    <a:lnTo>
                      <a:pt x="227584" y="84455"/>
                    </a:lnTo>
                    <a:lnTo>
                      <a:pt x="227584" y="452755"/>
                    </a:lnTo>
                    <a:close/>
                  </a:path>
                </a:pathLst>
              </a:custGeom>
              <a:solidFill>
                <a:srgbClr val="FFFFFF"/>
              </a:solidFill>
            </p:spPr>
          </p:sp>
          <p:sp>
            <p:nvSpPr>
              <p:cNvPr id="43" name="Freeform 23">
                <a:extLst>
                  <a:ext uri="{FF2B5EF4-FFF2-40B4-BE49-F238E27FC236}">
                    <a16:creationId xmlns:a16="http://schemas.microsoft.com/office/drawing/2014/main" id="{522BA807-47DC-4CBD-A184-9C6672308A5E}"/>
                  </a:ext>
                </a:extLst>
              </p:cNvPr>
              <p:cNvSpPr/>
              <p:nvPr/>
            </p:nvSpPr>
            <p:spPr>
              <a:xfrm>
                <a:off x="488950" y="69469"/>
                <a:ext cx="283464" cy="452755"/>
              </a:xfrm>
              <a:custGeom>
                <a:avLst/>
                <a:gdLst/>
                <a:ahLst/>
                <a:cxnLst/>
                <a:rect l="l" t="t" r="r" b="b"/>
                <a:pathLst>
                  <a:path w="283464" h="452755">
                    <a:moveTo>
                      <a:pt x="0" y="452755"/>
                    </a:moveTo>
                    <a:lnTo>
                      <a:pt x="0" y="0"/>
                    </a:lnTo>
                    <a:lnTo>
                      <a:pt x="283464" y="0"/>
                    </a:lnTo>
                    <a:lnTo>
                      <a:pt x="283464" y="41021"/>
                    </a:lnTo>
                    <a:cubicBezTo>
                      <a:pt x="283464" y="65024"/>
                      <a:pt x="264033" y="84455"/>
                      <a:pt x="240030" y="84455"/>
                    </a:cubicBezTo>
                    <a:lnTo>
                      <a:pt x="104521" y="84455"/>
                    </a:lnTo>
                    <a:lnTo>
                      <a:pt x="104521" y="181864"/>
                    </a:lnTo>
                    <a:lnTo>
                      <a:pt x="256667" y="181864"/>
                    </a:lnTo>
                    <a:lnTo>
                      <a:pt x="256667" y="257429"/>
                    </a:lnTo>
                    <a:lnTo>
                      <a:pt x="104521" y="257429"/>
                    </a:lnTo>
                    <a:lnTo>
                      <a:pt x="104521" y="368173"/>
                    </a:lnTo>
                    <a:lnTo>
                      <a:pt x="283464" y="368173"/>
                    </a:lnTo>
                    <a:lnTo>
                      <a:pt x="283464" y="452628"/>
                    </a:lnTo>
                    <a:close/>
                  </a:path>
                </a:pathLst>
              </a:custGeom>
              <a:solidFill>
                <a:srgbClr val="FFFFFF"/>
              </a:solidFill>
            </p:spPr>
          </p:sp>
          <p:sp>
            <p:nvSpPr>
              <p:cNvPr id="44" name="Freeform 24">
                <a:extLst>
                  <a:ext uri="{FF2B5EF4-FFF2-40B4-BE49-F238E27FC236}">
                    <a16:creationId xmlns:a16="http://schemas.microsoft.com/office/drawing/2014/main" id="{4A27304F-C8FA-4F23-A266-014452F2F1FF}"/>
                  </a:ext>
                </a:extLst>
              </p:cNvPr>
              <p:cNvSpPr/>
              <p:nvPr/>
            </p:nvSpPr>
            <p:spPr>
              <a:xfrm>
                <a:off x="846201" y="63627"/>
                <a:ext cx="335153" cy="464439"/>
              </a:xfrm>
              <a:custGeom>
                <a:avLst/>
                <a:gdLst/>
                <a:ahLst/>
                <a:cxnLst/>
                <a:rect l="l" t="t" r="r" b="b"/>
                <a:pathLst>
                  <a:path w="335153" h="464439">
                    <a:moveTo>
                      <a:pt x="0" y="237744"/>
                    </a:moveTo>
                    <a:cubicBezTo>
                      <a:pt x="0" y="107569"/>
                      <a:pt x="69850" y="0"/>
                      <a:pt x="218186" y="0"/>
                    </a:cubicBezTo>
                    <a:cubicBezTo>
                      <a:pt x="272669" y="0"/>
                      <a:pt x="306832" y="10922"/>
                      <a:pt x="330200" y="20320"/>
                    </a:cubicBezTo>
                    <a:lnTo>
                      <a:pt x="330200" y="106807"/>
                    </a:lnTo>
                    <a:cubicBezTo>
                      <a:pt x="308356" y="93726"/>
                      <a:pt x="274193" y="83566"/>
                      <a:pt x="229108" y="83566"/>
                    </a:cubicBezTo>
                    <a:cubicBezTo>
                      <a:pt x="149098" y="83566"/>
                      <a:pt x="105537" y="136652"/>
                      <a:pt x="105537" y="237744"/>
                    </a:cubicBezTo>
                    <a:cubicBezTo>
                      <a:pt x="105410" y="330073"/>
                      <a:pt x="153416" y="380873"/>
                      <a:pt x="231902" y="380873"/>
                    </a:cubicBezTo>
                    <a:cubicBezTo>
                      <a:pt x="276987" y="380873"/>
                      <a:pt x="308991" y="369951"/>
                      <a:pt x="335153" y="353949"/>
                    </a:cubicBezTo>
                    <a:lnTo>
                      <a:pt x="335153" y="442595"/>
                    </a:lnTo>
                    <a:cubicBezTo>
                      <a:pt x="305308" y="455676"/>
                      <a:pt x="274828" y="464439"/>
                      <a:pt x="219583" y="464439"/>
                    </a:cubicBezTo>
                    <a:cubicBezTo>
                      <a:pt x="74168" y="464439"/>
                      <a:pt x="0" y="367030"/>
                      <a:pt x="0" y="237617"/>
                    </a:cubicBezTo>
                  </a:path>
                </a:pathLst>
              </a:custGeom>
              <a:solidFill>
                <a:srgbClr val="FFFFFF"/>
              </a:solidFill>
            </p:spPr>
          </p:sp>
          <p:sp>
            <p:nvSpPr>
              <p:cNvPr id="45" name="Freeform 25">
                <a:extLst>
                  <a:ext uri="{FF2B5EF4-FFF2-40B4-BE49-F238E27FC236}">
                    <a16:creationId xmlns:a16="http://schemas.microsoft.com/office/drawing/2014/main" id="{E56175CA-CA1F-4F51-AC08-A9CDB10D8C21}"/>
                  </a:ext>
                </a:extLst>
              </p:cNvPr>
              <p:cNvSpPr/>
              <p:nvPr/>
            </p:nvSpPr>
            <p:spPr>
              <a:xfrm>
                <a:off x="1273810" y="69469"/>
                <a:ext cx="400558" cy="452628"/>
              </a:xfrm>
              <a:custGeom>
                <a:avLst/>
                <a:gdLst/>
                <a:ahLst/>
                <a:cxnLst/>
                <a:rect l="l" t="t" r="r" b="b"/>
                <a:pathLst>
                  <a:path w="400558" h="452628">
                    <a:moveTo>
                      <a:pt x="295148" y="452628"/>
                    </a:moveTo>
                    <a:lnTo>
                      <a:pt x="295148" y="262636"/>
                    </a:lnTo>
                    <a:lnTo>
                      <a:pt x="104648" y="262636"/>
                    </a:lnTo>
                    <a:lnTo>
                      <a:pt x="104648" y="452628"/>
                    </a:lnTo>
                    <a:lnTo>
                      <a:pt x="0" y="452628"/>
                    </a:lnTo>
                    <a:lnTo>
                      <a:pt x="0" y="0"/>
                    </a:lnTo>
                    <a:lnTo>
                      <a:pt x="104648" y="0"/>
                    </a:lnTo>
                    <a:lnTo>
                      <a:pt x="104648" y="180340"/>
                    </a:lnTo>
                    <a:lnTo>
                      <a:pt x="295148" y="180340"/>
                    </a:lnTo>
                    <a:lnTo>
                      <a:pt x="295148" y="0"/>
                    </a:lnTo>
                    <a:lnTo>
                      <a:pt x="400558" y="0"/>
                    </a:lnTo>
                    <a:lnTo>
                      <a:pt x="400558" y="452628"/>
                    </a:lnTo>
                    <a:close/>
                  </a:path>
                </a:pathLst>
              </a:custGeom>
              <a:solidFill>
                <a:srgbClr val="FFFFFF"/>
              </a:solidFill>
            </p:spPr>
          </p:sp>
          <p:sp>
            <p:nvSpPr>
              <p:cNvPr id="46" name="Freeform 26">
                <a:extLst>
                  <a:ext uri="{FF2B5EF4-FFF2-40B4-BE49-F238E27FC236}">
                    <a16:creationId xmlns:a16="http://schemas.microsoft.com/office/drawing/2014/main" id="{349958DF-31C4-4390-A2E1-FEF77DE4C570}"/>
                  </a:ext>
                </a:extLst>
              </p:cNvPr>
              <p:cNvSpPr/>
              <p:nvPr/>
            </p:nvSpPr>
            <p:spPr>
              <a:xfrm>
                <a:off x="3915664" y="69469"/>
                <a:ext cx="411480" cy="452755"/>
              </a:xfrm>
              <a:custGeom>
                <a:avLst/>
                <a:gdLst/>
                <a:ahLst/>
                <a:cxnLst/>
                <a:rect l="l" t="t" r="r" b="b"/>
                <a:pathLst>
                  <a:path w="411480" h="452755">
                    <a:moveTo>
                      <a:pt x="152400" y="452628"/>
                    </a:moveTo>
                    <a:lnTo>
                      <a:pt x="152400" y="278384"/>
                    </a:lnTo>
                    <a:lnTo>
                      <a:pt x="0" y="0"/>
                    </a:lnTo>
                    <a:lnTo>
                      <a:pt x="87122" y="0"/>
                    </a:lnTo>
                    <a:cubicBezTo>
                      <a:pt x="104648" y="0"/>
                      <a:pt x="120650" y="9906"/>
                      <a:pt x="128524" y="25527"/>
                    </a:cubicBezTo>
                    <a:lnTo>
                      <a:pt x="212344" y="192405"/>
                    </a:lnTo>
                    <a:lnTo>
                      <a:pt x="305816" y="0"/>
                    </a:lnTo>
                    <a:lnTo>
                      <a:pt x="411480" y="0"/>
                    </a:lnTo>
                    <a:lnTo>
                      <a:pt x="258826" y="276352"/>
                    </a:lnTo>
                    <a:lnTo>
                      <a:pt x="258318" y="452755"/>
                    </a:lnTo>
                    <a:close/>
                  </a:path>
                </a:pathLst>
              </a:custGeom>
              <a:solidFill>
                <a:srgbClr val="FFFFFF"/>
              </a:solidFill>
            </p:spPr>
          </p:sp>
        </p:grpSp>
      </p:grpSp>
      <p:sp>
        <p:nvSpPr>
          <p:cNvPr id="56" name="Title 1">
            <a:extLst>
              <a:ext uri="{FF2B5EF4-FFF2-40B4-BE49-F238E27FC236}">
                <a16:creationId xmlns:a16="http://schemas.microsoft.com/office/drawing/2014/main" id="{389A56A2-FB3E-46F1-B449-8EC94C17F0C0}"/>
              </a:ext>
            </a:extLst>
          </p:cNvPr>
          <p:cNvSpPr>
            <a:spLocks noGrp="1"/>
          </p:cNvSpPr>
          <p:nvPr>
            <p:ph type="title"/>
          </p:nvPr>
        </p:nvSpPr>
        <p:spPr>
          <a:xfrm>
            <a:off x="483800" y="456595"/>
            <a:ext cx="9344550" cy="1143000"/>
          </a:xfrm>
        </p:spPr>
        <p:txBody>
          <a:bodyPr/>
          <a:lstStyle>
            <a:lvl1pPr algn="l">
              <a:defRPr b="1">
                <a:solidFill>
                  <a:schemeClr val="bg1"/>
                </a:solidFill>
                <a:latin typeface="Poppins Bold" panose="00000800000000000000" charset="0"/>
                <a:cs typeface="Poppins Bold" panose="00000800000000000000" charset="0"/>
              </a:defRPr>
            </a:lvl1pPr>
          </a:lstStyle>
          <a:p>
            <a:r>
              <a:rPr lang="en-US" dirty="0"/>
              <a:t>Click to edit Master title style</a:t>
            </a:r>
            <a:endParaRPr lang="tr-TR" dirty="0"/>
          </a:p>
        </p:txBody>
      </p:sp>
      <p:sp>
        <p:nvSpPr>
          <p:cNvPr id="57" name="Freeform 3">
            <a:extLst>
              <a:ext uri="{FF2B5EF4-FFF2-40B4-BE49-F238E27FC236}">
                <a16:creationId xmlns:a16="http://schemas.microsoft.com/office/drawing/2014/main" id="{0CA88CA4-9A37-43E0-96C7-4259C1A98B42}"/>
              </a:ext>
            </a:extLst>
          </p:cNvPr>
          <p:cNvSpPr/>
          <p:nvPr userDrawn="1"/>
        </p:nvSpPr>
        <p:spPr>
          <a:xfrm>
            <a:off x="0" y="-1260399"/>
            <a:ext cx="8274515" cy="11553097"/>
          </a:xfrm>
          <a:custGeom>
            <a:avLst/>
            <a:gdLst/>
            <a:ahLst/>
            <a:cxnLst/>
            <a:rect l="l" t="t" r="r" b="b"/>
            <a:pathLst>
              <a:path w="8274515" h="11553097">
                <a:moveTo>
                  <a:pt x="0" y="0"/>
                </a:moveTo>
                <a:lnTo>
                  <a:pt x="8274515" y="0"/>
                </a:lnTo>
                <a:lnTo>
                  <a:pt x="8274515" y="11553096"/>
                </a:lnTo>
                <a:lnTo>
                  <a:pt x="0" y="11553096"/>
                </a:lnTo>
                <a:lnTo>
                  <a:pt x="0" y="0"/>
                </a:lnTo>
                <a:close/>
              </a:path>
            </a:pathLst>
          </a:custGeom>
          <a:blipFill>
            <a:blip r:embed="rId6">
              <a:alphaModFix amt="67000"/>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tr-TR" dirty="0"/>
          </a:p>
        </p:txBody>
      </p:sp>
    </p:spTree>
    <p:extLst>
      <p:ext uri="{BB962C8B-B14F-4D97-AF65-F5344CB8AC3E}">
        <p14:creationId xmlns:p14="http://schemas.microsoft.com/office/powerpoint/2010/main" val="186695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843B346-0BDA-48EC-90EA-8C0CB7CDF898}"/>
              </a:ext>
            </a:extLst>
          </p:cNvPr>
          <p:cNvSpPr/>
          <p:nvPr userDrawn="1"/>
        </p:nvSpPr>
        <p:spPr>
          <a:xfrm>
            <a:off x="4119" y="0"/>
            <a:ext cx="18288000" cy="10287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1" name="Freeform 3">
            <a:extLst>
              <a:ext uri="{FF2B5EF4-FFF2-40B4-BE49-F238E27FC236}">
                <a16:creationId xmlns:a16="http://schemas.microsoft.com/office/drawing/2014/main" id="{1C771FF6-6185-4792-A104-F45147685D95}"/>
              </a:ext>
            </a:extLst>
          </p:cNvPr>
          <p:cNvSpPr/>
          <p:nvPr userDrawn="1"/>
        </p:nvSpPr>
        <p:spPr>
          <a:xfrm>
            <a:off x="6314743" y="-2448028"/>
            <a:ext cx="21760707" cy="20821428"/>
          </a:xfrm>
          <a:custGeom>
            <a:avLst/>
            <a:gdLst/>
            <a:ahLst/>
            <a:cxnLst/>
            <a:rect l="l" t="t" r="r" b="b"/>
            <a:pathLst>
              <a:path w="16564908" h="16564908">
                <a:moveTo>
                  <a:pt x="0" y="0"/>
                </a:moveTo>
                <a:lnTo>
                  <a:pt x="16564908" y="0"/>
                </a:lnTo>
                <a:lnTo>
                  <a:pt x="16564908" y="16564908"/>
                </a:lnTo>
                <a:lnTo>
                  <a:pt x="0" y="16564908"/>
                </a:lnTo>
                <a:lnTo>
                  <a:pt x="0" y="0"/>
                </a:lnTo>
                <a:close/>
              </a:path>
            </a:pathLst>
          </a:custGeom>
          <a:blipFill>
            <a:blip r:embed="rId2">
              <a:alphaModFix amt="52000"/>
              <a:extLst>
                <a:ext uri="{96DAC541-7B7A-43D3-8B79-37D633B846F1}">
                  <asvg:svgBlip xmlns:asvg="http://schemas.microsoft.com/office/drawing/2016/SVG/main" r:embed="rId3"/>
                </a:ext>
              </a:extLst>
            </a:blip>
            <a:stretch>
              <a:fillRect/>
            </a:stretch>
          </a:blipFill>
        </p:spPr>
      </p:sp>
      <p:sp>
        <p:nvSpPr>
          <p:cNvPr id="32" name="Freeform 2">
            <a:extLst>
              <a:ext uri="{FF2B5EF4-FFF2-40B4-BE49-F238E27FC236}">
                <a16:creationId xmlns:a16="http://schemas.microsoft.com/office/drawing/2014/main" id="{992514EF-E9CA-4249-B47D-29640FE39AA3}"/>
              </a:ext>
            </a:extLst>
          </p:cNvPr>
          <p:cNvSpPr/>
          <p:nvPr userDrawn="1"/>
        </p:nvSpPr>
        <p:spPr>
          <a:xfrm>
            <a:off x="-8534400" y="-5862888"/>
            <a:ext cx="21760707" cy="19935056"/>
          </a:xfrm>
          <a:custGeom>
            <a:avLst/>
            <a:gdLst/>
            <a:ahLst/>
            <a:cxnLst/>
            <a:rect l="l" t="t" r="r" b="b"/>
            <a:pathLst>
              <a:path w="29526830" h="29526830">
                <a:moveTo>
                  <a:pt x="0" y="0"/>
                </a:moveTo>
                <a:lnTo>
                  <a:pt x="29526830" y="0"/>
                </a:lnTo>
                <a:lnTo>
                  <a:pt x="29526830" y="29526830"/>
                </a:lnTo>
                <a:lnTo>
                  <a:pt x="0" y="29526830"/>
                </a:lnTo>
                <a:lnTo>
                  <a:pt x="0" y="0"/>
                </a:lnTo>
                <a:close/>
              </a:path>
            </a:pathLst>
          </a:custGeom>
          <a:blipFill>
            <a:blip r:embed="rId4">
              <a:alphaModFix amt="57000"/>
              <a:extLst>
                <a:ext uri="{96DAC541-7B7A-43D3-8B79-37D633B846F1}">
                  <asvg:svgBlip xmlns:asvg="http://schemas.microsoft.com/office/drawing/2016/SVG/main" r:embed="rId5"/>
                </a:ext>
              </a:extLst>
            </a:blip>
            <a:stretch>
              <a:fillRect/>
            </a:stretch>
          </a:blipFill>
        </p:spPr>
      </p:sp>
      <p:grpSp>
        <p:nvGrpSpPr>
          <p:cNvPr id="33" name="Group 4">
            <a:extLst>
              <a:ext uri="{FF2B5EF4-FFF2-40B4-BE49-F238E27FC236}">
                <a16:creationId xmlns:a16="http://schemas.microsoft.com/office/drawing/2014/main" id="{0932FD14-02B2-433D-B50F-BBA0ABBA1DFC}"/>
              </a:ext>
            </a:extLst>
          </p:cNvPr>
          <p:cNvGrpSpPr/>
          <p:nvPr userDrawn="1"/>
        </p:nvGrpSpPr>
        <p:grpSpPr>
          <a:xfrm>
            <a:off x="13518898" y="718147"/>
            <a:ext cx="4334713" cy="621106"/>
            <a:chOff x="0" y="0"/>
            <a:chExt cx="5779617" cy="828141"/>
          </a:xfrm>
        </p:grpSpPr>
        <p:grpSp>
          <p:nvGrpSpPr>
            <p:cNvPr id="34" name="Group 5">
              <a:extLst>
                <a:ext uri="{FF2B5EF4-FFF2-40B4-BE49-F238E27FC236}">
                  <a16:creationId xmlns:a16="http://schemas.microsoft.com/office/drawing/2014/main" id="{19FEB6D3-1F91-4FA3-9786-17D88D1B16BD}"/>
                </a:ext>
              </a:extLst>
            </p:cNvPr>
            <p:cNvGrpSpPr>
              <a:grpSpLocks noChangeAspect="1"/>
            </p:cNvGrpSpPr>
            <p:nvPr/>
          </p:nvGrpSpPr>
          <p:grpSpPr>
            <a:xfrm>
              <a:off x="0" y="0"/>
              <a:ext cx="828141" cy="828141"/>
              <a:chOff x="0" y="0"/>
              <a:chExt cx="1283043" cy="1283043"/>
            </a:xfrm>
          </p:grpSpPr>
          <p:sp>
            <p:nvSpPr>
              <p:cNvPr id="54" name="Freeform 6">
                <a:extLst>
                  <a:ext uri="{FF2B5EF4-FFF2-40B4-BE49-F238E27FC236}">
                    <a16:creationId xmlns:a16="http://schemas.microsoft.com/office/drawing/2014/main" id="{AE993564-4ED4-4A01-95A3-B93BE0E728FF}"/>
                  </a:ext>
                </a:extLst>
              </p:cNvPr>
              <p:cNvSpPr/>
              <p:nvPr/>
            </p:nvSpPr>
            <p:spPr>
              <a:xfrm>
                <a:off x="63500" y="63500"/>
                <a:ext cx="1156081" cy="1156081"/>
              </a:xfrm>
              <a:custGeom>
                <a:avLst/>
                <a:gdLst/>
                <a:ahLst/>
                <a:cxnLst/>
                <a:rect l="l" t="t" r="r" b="b"/>
                <a:pathLst>
                  <a:path w="1156081" h="1156081">
                    <a:moveTo>
                      <a:pt x="425450" y="590677"/>
                    </a:moveTo>
                    <a:cubicBezTo>
                      <a:pt x="473837" y="408813"/>
                      <a:pt x="418592" y="218186"/>
                      <a:pt x="286512" y="117094"/>
                    </a:cubicBezTo>
                    <a:cubicBezTo>
                      <a:pt x="106553" y="231013"/>
                      <a:pt x="2794" y="445262"/>
                      <a:pt x="40259" y="668401"/>
                    </a:cubicBezTo>
                    <a:cubicBezTo>
                      <a:pt x="52578" y="742188"/>
                      <a:pt x="79375" y="809879"/>
                      <a:pt x="116967" y="869315"/>
                    </a:cubicBezTo>
                    <a:cubicBezTo>
                      <a:pt x="257810" y="830199"/>
                      <a:pt x="381508" y="756031"/>
                      <a:pt x="425450" y="590677"/>
                    </a:cubicBezTo>
                    <a:moveTo>
                      <a:pt x="668274" y="1115695"/>
                    </a:moveTo>
                    <a:cubicBezTo>
                      <a:pt x="965327" y="1065784"/>
                      <a:pt x="1165479" y="784606"/>
                      <a:pt x="1115568" y="487680"/>
                    </a:cubicBezTo>
                    <a:cubicBezTo>
                      <a:pt x="1074166" y="240665"/>
                      <a:pt x="872617" y="60579"/>
                      <a:pt x="635127" y="35687"/>
                    </a:cubicBezTo>
                    <a:cubicBezTo>
                      <a:pt x="587121" y="30607"/>
                      <a:pt x="537591" y="32004"/>
                      <a:pt x="487680" y="40386"/>
                    </a:cubicBezTo>
                    <a:cubicBezTo>
                      <a:pt x="428498" y="50292"/>
                      <a:pt x="373253" y="69596"/>
                      <a:pt x="322961" y="96266"/>
                    </a:cubicBezTo>
                    <a:cubicBezTo>
                      <a:pt x="584708" y="185039"/>
                      <a:pt x="725424" y="320040"/>
                      <a:pt x="735203" y="458216"/>
                    </a:cubicBezTo>
                    <a:cubicBezTo>
                      <a:pt x="740029" y="543560"/>
                      <a:pt x="700278" y="605282"/>
                      <a:pt x="648208" y="655701"/>
                    </a:cubicBezTo>
                    <a:lnTo>
                      <a:pt x="1018286" y="629793"/>
                    </a:lnTo>
                    <a:cubicBezTo>
                      <a:pt x="1028827" y="629031"/>
                      <a:pt x="1032002" y="641223"/>
                      <a:pt x="1019302" y="644906"/>
                    </a:cubicBezTo>
                    <a:lnTo>
                      <a:pt x="136525" y="898017"/>
                    </a:lnTo>
                    <a:cubicBezTo>
                      <a:pt x="226314" y="1021715"/>
                      <a:pt x="366014" y="1104138"/>
                      <a:pt x="520827" y="1120267"/>
                    </a:cubicBezTo>
                    <a:cubicBezTo>
                      <a:pt x="568833" y="1125347"/>
                      <a:pt x="618363" y="1123950"/>
                      <a:pt x="668274" y="1115568"/>
                    </a:cubicBezTo>
                    <a:moveTo>
                      <a:pt x="638429" y="3175"/>
                    </a:moveTo>
                    <a:cubicBezTo>
                      <a:pt x="929259" y="33401"/>
                      <a:pt x="1155954" y="279146"/>
                      <a:pt x="1156081" y="577850"/>
                    </a:cubicBezTo>
                    <a:cubicBezTo>
                      <a:pt x="1156208" y="897128"/>
                      <a:pt x="897509" y="1155954"/>
                      <a:pt x="578231" y="1156081"/>
                    </a:cubicBezTo>
                    <a:cubicBezTo>
                      <a:pt x="258953" y="1156208"/>
                      <a:pt x="127" y="897382"/>
                      <a:pt x="0" y="578231"/>
                    </a:cubicBezTo>
                    <a:cubicBezTo>
                      <a:pt x="-127" y="259080"/>
                      <a:pt x="258572" y="127"/>
                      <a:pt x="577850" y="0"/>
                    </a:cubicBezTo>
                    <a:cubicBezTo>
                      <a:pt x="598297" y="0"/>
                      <a:pt x="618617" y="1143"/>
                      <a:pt x="638556" y="3175"/>
                    </a:cubicBezTo>
                  </a:path>
                </a:pathLst>
              </a:custGeom>
              <a:solidFill>
                <a:srgbClr val="FFFFFF"/>
              </a:solidFill>
            </p:spPr>
          </p:sp>
          <p:sp>
            <p:nvSpPr>
              <p:cNvPr id="55" name="Freeform 7">
                <a:extLst>
                  <a:ext uri="{FF2B5EF4-FFF2-40B4-BE49-F238E27FC236}">
                    <a16:creationId xmlns:a16="http://schemas.microsoft.com/office/drawing/2014/main" id="{64124EF2-AEAD-4D2C-B2C5-23BB228434D6}"/>
                  </a:ext>
                </a:extLst>
              </p:cNvPr>
              <p:cNvSpPr/>
              <p:nvPr/>
            </p:nvSpPr>
            <p:spPr>
              <a:xfrm>
                <a:off x="96146" y="96229"/>
                <a:ext cx="1090550" cy="1090624"/>
              </a:xfrm>
              <a:custGeom>
                <a:avLst/>
                <a:gdLst/>
                <a:ahLst/>
                <a:cxnLst/>
                <a:rect l="l" t="t" r="r" b="b"/>
                <a:pathLst>
                  <a:path w="1090550" h="1090624">
                    <a:moveTo>
                      <a:pt x="7613" y="635672"/>
                    </a:moveTo>
                    <a:cubicBezTo>
                      <a:pt x="19932" y="709459"/>
                      <a:pt x="46729" y="777277"/>
                      <a:pt x="84321" y="836586"/>
                    </a:cubicBezTo>
                    <a:cubicBezTo>
                      <a:pt x="225164" y="797470"/>
                      <a:pt x="348735" y="723302"/>
                      <a:pt x="392804" y="557948"/>
                    </a:cubicBezTo>
                    <a:cubicBezTo>
                      <a:pt x="441191" y="376084"/>
                      <a:pt x="385946" y="185457"/>
                      <a:pt x="253866" y="84365"/>
                    </a:cubicBezTo>
                    <a:cubicBezTo>
                      <a:pt x="73907" y="198284"/>
                      <a:pt x="-29852" y="412533"/>
                      <a:pt x="7613" y="635672"/>
                    </a:cubicBezTo>
                    <a:moveTo>
                      <a:pt x="1082922" y="455078"/>
                    </a:moveTo>
                    <a:cubicBezTo>
                      <a:pt x="1132833" y="752004"/>
                      <a:pt x="932554" y="1033182"/>
                      <a:pt x="635628" y="1082966"/>
                    </a:cubicBezTo>
                    <a:cubicBezTo>
                      <a:pt x="585717" y="1091348"/>
                      <a:pt x="536060" y="1092745"/>
                      <a:pt x="488181" y="1087665"/>
                    </a:cubicBezTo>
                    <a:cubicBezTo>
                      <a:pt x="333241" y="1071536"/>
                      <a:pt x="193668" y="989113"/>
                      <a:pt x="103752" y="865415"/>
                    </a:cubicBezTo>
                    <a:lnTo>
                      <a:pt x="986529" y="612177"/>
                    </a:lnTo>
                    <a:cubicBezTo>
                      <a:pt x="999229" y="608494"/>
                      <a:pt x="995927" y="596302"/>
                      <a:pt x="985513" y="597064"/>
                    </a:cubicBezTo>
                    <a:lnTo>
                      <a:pt x="615435" y="622972"/>
                    </a:lnTo>
                    <a:cubicBezTo>
                      <a:pt x="667632" y="572680"/>
                      <a:pt x="707256" y="510958"/>
                      <a:pt x="702430" y="425487"/>
                    </a:cubicBezTo>
                    <a:cubicBezTo>
                      <a:pt x="692651" y="287184"/>
                      <a:pt x="551935" y="152310"/>
                      <a:pt x="290188" y="63537"/>
                    </a:cubicBezTo>
                    <a:cubicBezTo>
                      <a:pt x="340480" y="36867"/>
                      <a:pt x="395725" y="17563"/>
                      <a:pt x="454907" y="7657"/>
                    </a:cubicBezTo>
                    <a:cubicBezTo>
                      <a:pt x="504818" y="-725"/>
                      <a:pt x="554475" y="-2122"/>
                      <a:pt x="602354" y="2958"/>
                    </a:cubicBezTo>
                    <a:cubicBezTo>
                      <a:pt x="839844" y="27850"/>
                      <a:pt x="1041393" y="207936"/>
                      <a:pt x="1082922" y="455078"/>
                    </a:cubicBezTo>
                  </a:path>
                </a:pathLst>
              </a:custGeom>
              <a:solidFill>
                <a:srgbClr val="C90C0F"/>
              </a:solidFill>
            </p:spPr>
          </p:sp>
        </p:grpSp>
        <p:grpSp>
          <p:nvGrpSpPr>
            <p:cNvPr id="35" name="Group 8">
              <a:extLst>
                <a:ext uri="{FF2B5EF4-FFF2-40B4-BE49-F238E27FC236}">
                  <a16:creationId xmlns:a16="http://schemas.microsoft.com/office/drawing/2014/main" id="{2BB34548-B27D-4244-A58E-0FAF1D4FE79F}"/>
                </a:ext>
              </a:extLst>
            </p:cNvPr>
            <p:cNvGrpSpPr>
              <a:grpSpLocks noChangeAspect="1"/>
            </p:cNvGrpSpPr>
            <p:nvPr/>
          </p:nvGrpSpPr>
          <p:grpSpPr>
            <a:xfrm>
              <a:off x="947681" y="221817"/>
              <a:ext cx="1879107" cy="382761"/>
              <a:chOff x="0" y="0"/>
              <a:chExt cx="2911310" cy="593014"/>
            </a:xfrm>
          </p:grpSpPr>
          <p:sp>
            <p:nvSpPr>
              <p:cNvPr id="47" name="Freeform 9">
                <a:extLst>
                  <a:ext uri="{FF2B5EF4-FFF2-40B4-BE49-F238E27FC236}">
                    <a16:creationId xmlns:a16="http://schemas.microsoft.com/office/drawing/2014/main" id="{0F7663D9-4013-4C9F-9C9C-41455CF1D69C}"/>
                  </a:ext>
                </a:extLst>
              </p:cNvPr>
              <p:cNvSpPr/>
              <p:nvPr/>
            </p:nvSpPr>
            <p:spPr>
              <a:xfrm>
                <a:off x="2447290" y="70485"/>
                <a:ext cx="400558" cy="452755"/>
              </a:xfrm>
              <a:custGeom>
                <a:avLst/>
                <a:gdLst/>
                <a:ahLst/>
                <a:cxnLst/>
                <a:rect l="l" t="t" r="r" b="b"/>
                <a:pathLst>
                  <a:path w="400558" h="452755">
                    <a:moveTo>
                      <a:pt x="295148" y="452755"/>
                    </a:moveTo>
                    <a:lnTo>
                      <a:pt x="295148" y="262636"/>
                    </a:lnTo>
                    <a:lnTo>
                      <a:pt x="104648" y="262636"/>
                    </a:lnTo>
                    <a:lnTo>
                      <a:pt x="104648" y="452755"/>
                    </a:lnTo>
                    <a:lnTo>
                      <a:pt x="0" y="452755"/>
                    </a:lnTo>
                    <a:lnTo>
                      <a:pt x="0" y="0"/>
                    </a:lnTo>
                    <a:lnTo>
                      <a:pt x="104648" y="0"/>
                    </a:lnTo>
                    <a:lnTo>
                      <a:pt x="104648" y="180340"/>
                    </a:lnTo>
                    <a:lnTo>
                      <a:pt x="295148" y="180340"/>
                    </a:lnTo>
                    <a:lnTo>
                      <a:pt x="295148" y="0"/>
                    </a:lnTo>
                    <a:lnTo>
                      <a:pt x="400558" y="0"/>
                    </a:lnTo>
                    <a:lnTo>
                      <a:pt x="400558" y="452755"/>
                    </a:lnTo>
                    <a:close/>
                  </a:path>
                </a:pathLst>
              </a:custGeom>
              <a:solidFill>
                <a:srgbClr val="FFFFFF"/>
              </a:solidFill>
            </p:spPr>
          </p:sp>
          <p:sp>
            <p:nvSpPr>
              <p:cNvPr id="48" name="Freeform 10">
                <a:extLst>
                  <a:ext uri="{FF2B5EF4-FFF2-40B4-BE49-F238E27FC236}">
                    <a16:creationId xmlns:a16="http://schemas.microsoft.com/office/drawing/2014/main" id="{F45A11AC-A88D-4517-AF75-A08C8CF26005}"/>
                  </a:ext>
                </a:extLst>
              </p:cNvPr>
              <p:cNvSpPr/>
              <p:nvPr/>
            </p:nvSpPr>
            <p:spPr>
              <a:xfrm>
                <a:off x="488188" y="70485"/>
                <a:ext cx="379476" cy="458724"/>
              </a:xfrm>
              <a:custGeom>
                <a:avLst/>
                <a:gdLst/>
                <a:ahLst/>
                <a:cxnLst/>
                <a:rect l="l" t="t" r="r" b="b"/>
                <a:pathLst>
                  <a:path w="379476" h="458724">
                    <a:moveTo>
                      <a:pt x="0" y="0"/>
                    </a:moveTo>
                    <a:lnTo>
                      <a:pt x="0" y="283464"/>
                    </a:lnTo>
                    <a:cubicBezTo>
                      <a:pt x="0" y="314833"/>
                      <a:pt x="4572" y="341884"/>
                      <a:pt x="13716" y="363982"/>
                    </a:cubicBezTo>
                    <a:cubicBezTo>
                      <a:pt x="22733" y="385826"/>
                      <a:pt x="35814" y="403987"/>
                      <a:pt x="52705" y="417957"/>
                    </a:cubicBezTo>
                    <a:cubicBezTo>
                      <a:pt x="69723" y="432054"/>
                      <a:pt x="90170" y="442468"/>
                      <a:pt x="113538" y="448818"/>
                    </a:cubicBezTo>
                    <a:cubicBezTo>
                      <a:pt x="137287" y="455422"/>
                      <a:pt x="164084" y="458724"/>
                      <a:pt x="193167" y="458724"/>
                    </a:cubicBezTo>
                    <a:cubicBezTo>
                      <a:pt x="222250" y="458724"/>
                      <a:pt x="248793" y="455422"/>
                      <a:pt x="272034" y="448818"/>
                    </a:cubicBezTo>
                    <a:cubicBezTo>
                      <a:pt x="294894" y="442341"/>
                      <a:pt x="314452" y="432054"/>
                      <a:pt x="330073" y="418084"/>
                    </a:cubicBezTo>
                    <a:cubicBezTo>
                      <a:pt x="345694" y="404114"/>
                      <a:pt x="358013" y="385953"/>
                      <a:pt x="366522" y="363982"/>
                    </a:cubicBezTo>
                    <a:cubicBezTo>
                      <a:pt x="375031" y="342011"/>
                      <a:pt x="379476" y="314833"/>
                      <a:pt x="379476" y="283337"/>
                    </a:cubicBezTo>
                    <a:lnTo>
                      <a:pt x="379476" y="0"/>
                    </a:lnTo>
                    <a:lnTo>
                      <a:pt x="281813" y="0"/>
                    </a:lnTo>
                    <a:lnTo>
                      <a:pt x="281813" y="280416"/>
                    </a:lnTo>
                    <a:cubicBezTo>
                      <a:pt x="281813" y="308991"/>
                      <a:pt x="274701" y="331978"/>
                      <a:pt x="260731" y="348996"/>
                    </a:cubicBezTo>
                    <a:cubicBezTo>
                      <a:pt x="246507" y="366268"/>
                      <a:pt x="223774" y="374904"/>
                      <a:pt x="193294" y="374904"/>
                    </a:cubicBezTo>
                    <a:cubicBezTo>
                      <a:pt x="163322" y="374904"/>
                      <a:pt x="140716" y="366268"/>
                      <a:pt x="126238" y="348996"/>
                    </a:cubicBezTo>
                    <a:cubicBezTo>
                      <a:pt x="112014" y="332105"/>
                      <a:pt x="104775" y="308991"/>
                      <a:pt x="104775" y="280416"/>
                    </a:cubicBezTo>
                    <a:lnTo>
                      <a:pt x="104775" y="0"/>
                    </a:lnTo>
                    <a:close/>
                  </a:path>
                </a:pathLst>
              </a:custGeom>
              <a:solidFill>
                <a:srgbClr val="FFFFFF"/>
              </a:solidFill>
            </p:spPr>
          </p:sp>
          <p:sp>
            <p:nvSpPr>
              <p:cNvPr id="49" name="Freeform 11">
                <a:extLst>
                  <a:ext uri="{FF2B5EF4-FFF2-40B4-BE49-F238E27FC236}">
                    <a16:creationId xmlns:a16="http://schemas.microsoft.com/office/drawing/2014/main" id="{F2779BA5-04A9-44D2-85A0-BCDABFFB6A8F}"/>
                  </a:ext>
                </a:extLst>
              </p:cNvPr>
              <p:cNvSpPr/>
              <p:nvPr/>
            </p:nvSpPr>
            <p:spPr>
              <a:xfrm>
                <a:off x="63500" y="70485"/>
                <a:ext cx="351409" cy="452755"/>
              </a:xfrm>
              <a:custGeom>
                <a:avLst/>
                <a:gdLst/>
                <a:ahLst/>
                <a:cxnLst/>
                <a:rect l="l" t="t" r="r" b="b"/>
                <a:pathLst>
                  <a:path w="351409" h="452755">
                    <a:moveTo>
                      <a:pt x="123063" y="452755"/>
                    </a:moveTo>
                    <a:lnTo>
                      <a:pt x="123063" y="84582"/>
                    </a:lnTo>
                    <a:lnTo>
                      <a:pt x="0" y="84582"/>
                    </a:lnTo>
                    <a:lnTo>
                      <a:pt x="0" y="0"/>
                    </a:lnTo>
                    <a:lnTo>
                      <a:pt x="351409" y="0"/>
                    </a:lnTo>
                    <a:lnTo>
                      <a:pt x="351409" y="40640"/>
                    </a:lnTo>
                    <a:cubicBezTo>
                      <a:pt x="351409" y="64897"/>
                      <a:pt x="331724" y="84709"/>
                      <a:pt x="307467" y="84709"/>
                    </a:cubicBezTo>
                    <a:lnTo>
                      <a:pt x="227584" y="84709"/>
                    </a:lnTo>
                    <a:lnTo>
                      <a:pt x="227584" y="452755"/>
                    </a:lnTo>
                    <a:close/>
                  </a:path>
                </a:pathLst>
              </a:custGeom>
              <a:solidFill>
                <a:srgbClr val="FFFFFF"/>
              </a:solidFill>
            </p:spPr>
          </p:sp>
          <p:sp>
            <p:nvSpPr>
              <p:cNvPr id="50" name="Freeform 12">
                <a:extLst>
                  <a:ext uri="{FF2B5EF4-FFF2-40B4-BE49-F238E27FC236}">
                    <a16:creationId xmlns:a16="http://schemas.microsoft.com/office/drawing/2014/main" id="{2C40D997-0D94-42F7-8FF9-635D09AFD0A3}"/>
                  </a:ext>
                </a:extLst>
              </p:cNvPr>
              <p:cNvSpPr/>
              <p:nvPr/>
            </p:nvSpPr>
            <p:spPr>
              <a:xfrm>
                <a:off x="1867662" y="70485"/>
                <a:ext cx="104648" cy="452755"/>
              </a:xfrm>
              <a:custGeom>
                <a:avLst/>
                <a:gdLst/>
                <a:ahLst/>
                <a:cxnLst/>
                <a:rect l="l" t="t" r="r" b="b"/>
                <a:pathLst>
                  <a:path w="104648" h="452755">
                    <a:moveTo>
                      <a:pt x="0" y="0"/>
                    </a:moveTo>
                    <a:lnTo>
                      <a:pt x="104648" y="0"/>
                    </a:lnTo>
                    <a:lnTo>
                      <a:pt x="104648" y="452755"/>
                    </a:lnTo>
                    <a:lnTo>
                      <a:pt x="0" y="452755"/>
                    </a:lnTo>
                    <a:close/>
                  </a:path>
                </a:pathLst>
              </a:custGeom>
              <a:solidFill>
                <a:srgbClr val="FFFFFF"/>
              </a:solidFill>
            </p:spPr>
          </p:sp>
          <p:sp>
            <p:nvSpPr>
              <p:cNvPr id="51" name="Freeform 13">
                <a:extLst>
                  <a:ext uri="{FF2B5EF4-FFF2-40B4-BE49-F238E27FC236}">
                    <a16:creationId xmlns:a16="http://schemas.microsoft.com/office/drawing/2014/main" id="{9D759767-8702-4FEB-A633-CD1F3ACBF3B4}"/>
                  </a:ext>
                </a:extLst>
              </p:cNvPr>
              <p:cNvSpPr/>
              <p:nvPr/>
            </p:nvSpPr>
            <p:spPr>
              <a:xfrm>
                <a:off x="1414653" y="70358"/>
                <a:ext cx="395605" cy="453009"/>
              </a:xfrm>
              <a:custGeom>
                <a:avLst/>
                <a:gdLst/>
                <a:ahLst/>
                <a:cxnLst/>
                <a:rect l="l" t="t" r="r" b="b"/>
                <a:pathLst>
                  <a:path w="395605" h="453009">
                    <a:moveTo>
                      <a:pt x="104648" y="241808"/>
                    </a:moveTo>
                    <a:lnTo>
                      <a:pt x="108204" y="246253"/>
                    </a:lnTo>
                    <a:lnTo>
                      <a:pt x="241808" y="418465"/>
                    </a:lnTo>
                    <a:cubicBezTo>
                      <a:pt x="258826" y="440436"/>
                      <a:pt x="284480" y="453009"/>
                      <a:pt x="312293" y="453009"/>
                    </a:cubicBezTo>
                    <a:lnTo>
                      <a:pt x="395605" y="453009"/>
                    </a:lnTo>
                    <a:lnTo>
                      <a:pt x="204089" y="209423"/>
                    </a:lnTo>
                    <a:lnTo>
                      <a:pt x="201295" y="205867"/>
                    </a:lnTo>
                    <a:lnTo>
                      <a:pt x="204089" y="202311"/>
                    </a:lnTo>
                    <a:lnTo>
                      <a:pt x="361569" y="0"/>
                    </a:lnTo>
                    <a:lnTo>
                      <a:pt x="252730" y="0"/>
                    </a:lnTo>
                    <a:lnTo>
                      <a:pt x="108331" y="195072"/>
                    </a:lnTo>
                    <a:lnTo>
                      <a:pt x="104648" y="199771"/>
                    </a:lnTo>
                    <a:lnTo>
                      <a:pt x="104648" y="191643"/>
                    </a:lnTo>
                    <a:lnTo>
                      <a:pt x="104648" y="0"/>
                    </a:lnTo>
                    <a:lnTo>
                      <a:pt x="0" y="0"/>
                    </a:lnTo>
                    <a:lnTo>
                      <a:pt x="0" y="452755"/>
                    </a:lnTo>
                    <a:lnTo>
                      <a:pt x="104648" y="452755"/>
                    </a:lnTo>
                    <a:lnTo>
                      <a:pt x="104648" y="249809"/>
                    </a:lnTo>
                    <a:close/>
                  </a:path>
                </a:pathLst>
              </a:custGeom>
              <a:solidFill>
                <a:srgbClr val="FFFFFF"/>
              </a:solidFill>
            </p:spPr>
          </p:sp>
          <p:sp>
            <p:nvSpPr>
              <p:cNvPr id="52" name="Freeform 14">
                <a:extLst>
                  <a:ext uri="{FF2B5EF4-FFF2-40B4-BE49-F238E27FC236}">
                    <a16:creationId xmlns:a16="http://schemas.microsoft.com/office/drawing/2014/main" id="{7A2F4CE0-EA9B-4F94-8261-EB12D277E0FF}"/>
                  </a:ext>
                </a:extLst>
              </p:cNvPr>
              <p:cNvSpPr/>
              <p:nvPr/>
            </p:nvSpPr>
            <p:spPr>
              <a:xfrm>
                <a:off x="964565" y="70485"/>
                <a:ext cx="383032" cy="452755"/>
              </a:xfrm>
              <a:custGeom>
                <a:avLst/>
                <a:gdLst/>
                <a:ahLst/>
                <a:cxnLst/>
                <a:rect l="l" t="t" r="r" b="b"/>
                <a:pathLst>
                  <a:path w="383032" h="452755">
                    <a:moveTo>
                      <a:pt x="104521" y="207264"/>
                    </a:moveTo>
                    <a:lnTo>
                      <a:pt x="165481" y="207264"/>
                    </a:lnTo>
                    <a:cubicBezTo>
                      <a:pt x="187452" y="207264"/>
                      <a:pt x="204089" y="201295"/>
                      <a:pt x="215138" y="189357"/>
                    </a:cubicBezTo>
                    <a:cubicBezTo>
                      <a:pt x="226060" y="177673"/>
                      <a:pt x="231648" y="162433"/>
                      <a:pt x="231648" y="144018"/>
                    </a:cubicBezTo>
                    <a:cubicBezTo>
                      <a:pt x="231648" y="125222"/>
                      <a:pt x="226314" y="109728"/>
                      <a:pt x="215646" y="98044"/>
                    </a:cubicBezTo>
                    <a:cubicBezTo>
                      <a:pt x="204851" y="86106"/>
                      <a:pt x="187960" y="80137"/>
                      <a:pt x="165481" y="80137"/>
                    </a:cubicBezTo>
                    <a:lnTo>
                      <a:pt x="104521" y="80137"/>
                    </a:lnTo>
                    <a:close/>
                    <a:moveTo>
                      <a:pt x="313690" y="452755"/>
                    </a:moveTo>
                    <a:cubicBezTo>
                      <a:pt x="282702" y="452755"/>
                      <a:pt x="253492" y="436245"/>
                      <a:pt x="237490" y="409829"/>
                    </a:cubicBezTo>
                    <a:lnTo>
                      <a:pt x="156083" y="275336"/>
                    </a:lnTo>
                    <a:lnTo>
                      <a:pt x="104521" y="275336"/>
                    </a:lnTo>
                    <a:lnTo>
                      <a:pt x="104521" y="452628"/>
                    </a:lnTo>
                    <a:lnTo>
                      <a:pt x="0" y="452628"/>
                    </a:lnTo>
                    <a:lnTo>
                      <a:pt x="0" y="0"/>
                    </a:lnTo>
                    <a:lnTo>
                      <a:pt x="186309" y="0"/>
                    </a:lnTo>
                    <a:cubicBezTo>
                      <a:pt x="234188" y="0"/>
                      <a:pt x="271653" y="12446"/>
                      <a:pt x="297815" y="37084"/>
                    </a:cubicBezTo>
                    <a:cubicBezTo>
                      <a:pt x="323977" y="61722"/>
                      <a:pt x="337058" y="95377"/>
                      <a:pt x="337058" y="137160"/>
                    </a:cubicBezTo>
                    <a:cubicBezTo>
                      <a:pt x="337058" y="158369"/>
                      <a:pt x="331343" y="179959"/>
                      <a:pt x="320167" y="201168"/>
                    </a:cubicBezTo>
                    <a:cubicBezTo>
                      <a:pt x="309118" y="221996"/>
                      <a:pt x="289687" y="239014"/>
                      <a:pt x="262128" y="251841"/>
                    </a:cubicBezTo>
                    <a:lnTo>
                      <a:pt x="256032" y="254635"/>
                    </a:lnTo>
                    <a:lnTo>
                      <a:pt x="383032" y="452501"/>
                    </a:lnTo>
                    <a:close/>
                  </a:path>
                </a:pathLst>
              </a:custGeom>
              <a:solidFill>
                <a:srgbClr val="FFFFFF"/>
              </a:solidFill>
            </p:spPr>
          </p:sp>
          <p:sp>
            <p:nvSpPr>
              <p:cNvPr id="53" name="Freeform 15">
                <a:extLst>
                  <a:ext uri="{FF2B5EF4-FFF2-40B4-BE49-F238E27FC236}">
                    <a16:creationId xmlns:a16="http://schemas.microsoft.com/office/drawing/2014/main" id="{41DF17C3-3128-4C56-AAE4-6ABA6CFD0009}"/>
                  </a:ext>
                </a:extLst>
              </p:cNvPr>
              <p:cNvSpPr/>
              <p:nvPr/>
            </p:nvSpPr>
            <p:spPr>
              <a:xfrm>
                <a:off x="2058162" y="63500"/>
                <a:ext cx="303276" cy="466217"/>
              </a:xfrm>
              <a:custGeom>
                <a:avLst/>
                <a:gdLst/>
                <a:ahLst/>
                <a:cxnLst/>
                <a:rect l="l" t="t" r="r" b="b"/>
                <a:pathLst>
                  <a:path w="303276" h="466217">
                    <a:moveTo>
                      <a:pt x="0" y="440436"/>
                    </a:moveTo>
                    <a:lnTo>
                      <a:pt x="0" y="353695"/>
                    </a:lnTo>
                    <a:cubicBezTo>
                      <a:pt x="33274" y="369062"/>
                      <a:pt x="76200" y="384302"/>
                      <a:pt x="120523" y="384302"/>
                    </a:cubicBezTo>
                    <a:cubicBezTo>
                      <a:pt x="171577" y="384302"/>
                      <a:pt x="197485" y="366776"/>
                      <a:pt x="197485" y="333248"/>
                    </a:cubicBezTo>
                    <a:cubicBezTo>
                      <a:pt x="197485" y="293878"/>
                      <a:pt x="162687" y="289433"/>
                      <a:pt x="93218" y="259588"/>
                    </a:cubicBezTo>
                    <a:cubicBezTo>
                      <a:pt x="45847" y="238379"/>
                      <a:pt x="762" y="205613"/>
                      <a:pt x="762" y="129794"/>
                    </a:cubicBezTo>
                    <a:cubicBezTo>
                      <a:pt x="762" y="41529"/>
                      <a:pt x="68072" y="0"/>
                      <a:pt x="161290" y="0"/>
                    </a:cubicBezTo>
                    <a:cubicBezTo>
                      <a:pt x="210820" y="0"/>
                      <a:pt x="252984" y="11684"/>
                      <a:pt x="276733" y="20447"/>
                    </a:cubicBezTo>
                    <a:lnTo>
                      <a:pt x="276733" y="105029"/>
                    </a:lnTo>
                    <a:cubicBezTo>
                      <a:pt x="252984" y="94107"/>
                      <a:pt x="210947" y="81026"/>
                      <a:pt x="168656" y="81026"/>
                    </a:cubicBezTo>
                    <a:cubicBezTo>
                      <a:pt x="122809" y="81026"/>
                      <a:pt x="101346" y="97790"/>
                      <a:pt x="101346" y="127000"/>
                    </a:cubicBezTo>
                    <a:cubicBezTo>
                      <a:pt x="101346" y="157607"/>
                      <a:pt x="127254" y="167132"/>
                      <a:pt x="173863" y="184658"/>
                    </a:cubicBezTo>
                    <a:cubicBezTo>
                      <a:pt x="233807" y="214503"/>
                      <a:pt x="303276" y="227711"/>
                      <a:pt x="303276" y="329819"/>
                    </a:cubicBezTo>
                    <a:cubicBezTo>
                      <a:pt x="303276" y="418084"/>
                      <a:pt x="233045" y="466217"/>
                      <a:pt x="139065" y="466217"/>
                    </a:cubicBezTo>
                    <a:cubicBezTo>
                      <a:pt x="81407" y="466217"/>
                      <a:pt x="35560" y="456057"/>
                      <a:pt x="0" y="440690"/>
                    </a:cubicBezTo>
                  </a:path>
                </a:pathLst>
              </a:custGeom>
              <a:solidFill>
                <a:srgbClr val="FFFFFF"/>
              </a:solidFill>
            </p:spPr>
          </p:sp>
        </p:grpSp>
        <p:grpSp>
          <p:nvGrpSpPr>
            <p:cNvPr id="36" name="Group 16">
              <a:extLst>
                <a:ext uri="{FF2B5EF4-FFF2-40B4-BE49-F238E27FC236}">
                  <a16:creationId xmlns:a16="http://schemas.microsoft.com/office/drawing/2014/main" id="{8EC8E79F-1B7A-44AE-96E9-2057A6B65584}"/>
                </a:ext>
              </a:extLst>
            </p:cNvPr>
            <p:cNvGrpSpPr>
              <a:grpSpLocks noChangeAspect="1"/>
            </p:cNvGrpSpPr>
            <p:nvPr/>
          </p:nvGrpSpPr>
          <p:grpSpPr>
            <a:xfrm>
              <a:off x="2945722" y="224424"/>
              <a:ext cx="2833895" cy="381901"/>
              <a:chOff x="0" y="0"/>
              <a:chExt cx="4390568" cy="591680"/>
            </a:xfrm>
          </p:grpSpPr>
          <p:sp>
            <p:nvSpPr>
              <p:cNvPr id="37" name="Freeform 17">
                <a:extLst>
                  <a:ext uri="{FF2B5EF4-FFF2-40B4-BE49-F238E27FC236}">
                    <a16:creationId xmlns:a16="http://schemas.microsoft.com/office/drawing/2014/main" id="{32A4972F-9207-4FF3-B359-2B89379248F3}"/>
                  </a:ext>
                </a:extLst>
              </p:cNvPr>
              <p:cNvSpPr/>
              <p:nvPr/>
            </p:nvSpPr>
            <p:spPr>
              <a:xfrm>
                <a:off x="1788795" y="69596"/>
                <a:ext cx="398907" cy="452628"/>
              </a:xfrm>
              <a:custGeom>
                <a:avLst/>
                <a:gdLst/>
                <a:ahLst/>
                <a:cxnLst/>
                <a:rect l="l" t="t" r="r" b="b"/>
                <a:pathLst>
                  <a:path w="398907" h="452628">
                    <a:moveTo>
                      <a:pt x="0" y="0"/>
                    </a:moveTo>
                    <a:lnTo>
                      <a:pt x="64770" y="0"/>
                    </a:lnTo>
                    <a:cubicBezTo>
                      <a:pt x="95504" y="0"/>
                      <a:pt x="124206" y="15875"/>
                      <a:pt x="140462" y="42037"/>
                    </a:cubicBezTo>
                    <a:lnTo>
                      <a:pt x="266700" y="244856"/>
                    </a:lnTo>
                    <a:cubicBezTo>
                      <a:pt x="280924" y="267335"/>
                      <a:pt x="297561" y="297180"/>
                      <a:pt x="307213" y="318262"/>
                    </a:cubicBezTo>
                    <a:lnTo>
                      <a:pt x="309499" y="318262"/>
                    </a:lnTo>
                    <a:cubicBezTo>
                      <a:pt x="307975" y="297942"/>
                      <a:pt x="307213" y="269494"/>
                      <a:pt x="307213" y="249301"/>
                    </a:cubicBezTo>
                    <a:lnTo>
                      <a:pt x="307213" y="0"/>
                    </a:lnTo>
                    <a:lnTo>
                      <a:pt x="398907" y="0"/>
                    </a:lnTo>
                    <a:lnTo>
                      <a:pt x="398907" y="452628"/>
                    </a:lnTo>
                    <a:lnTo>
                      <a:pt x="284226" y="452628"/>
                    </a:lnTo>
                    <a:lnTo>
                      <a:pt x="130810" y="207772"/>
                    </a:lnTo>
                    <a:cubicBezTo>
                      <a:pt x="116586" y="185293"/>
                      <a:pt x="101473" y="158369"/>
                      <a:pt x="90932" y="138049"/>
                    </a:cubicBezTo>
                    <a:lnTo>
                      <a:pt x="89408" y="138049"/>
                    </a:lnTo>
                    <a:cubicBezTo>
                      <a:pt x="90170" y="157607"/>
                      <a:pt x="91694" y="180975"/>
                      <a:pt x="91694" y="202692"/>
                    </a:cubicBezTo>
                    <a:lnTo>
                      <a:pt x="91694" y="452628"/>
                    </a:lnTo>
                    <a:lnTo>
                      <a:pt x="0" y="452628"/>
                    </a:lnTo>
                    <a:close/>
                  </a:path>
                </a:pathLst>
              </a:custGeom>
              <a:solidFill>
                <a:srgbClr val="FFFFFF"/>
              </a:solidFill>
            </p:spPr>
          </p:sp>
          <p:sp>
            <p:nvSpPr>
              <p:cNvPr id="38" name="Freeform 18">
                <a:extLst>
                  <a:ext uri="{FF2B5EF4-FFF2-40B4-BE49-F238E27FC236}">
                    <a16:creationId xmlns:a16="http://schemas.microsoft.com/office/drawing/2014/main" id="{B7067479-4723-4FC5-86E5-3980C4C364C0}"/>
                  </a:ext>
                </a:extLst>
              </p:cNvPr>
              <p:cNvSpPr/>
              <p:nvPr/>
            </p:nvSpPr>
            <p:spPr>
              <a:xfrm>
                <a:off x="2260473"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39" name="Freeform 19">
                <a:extLst>
                  <a:ext uri="{FF2B5EF4-FFF2-40B4-BE49-F238E27FC236}">
                    <a16:creationId xmlns:a16="http://schemas.microsoft.com/office/drawing/2014/main" id="{D2A04E69-568D-47F8-8740-45FF536D7BFE}"/>
                  </a:ext>
                </a:extLst>
              </p:cNvPr>
              <p:cNvSpPr/>
              <p:nvPr/>
            </p:nvSpPr>
            <p:spPr>
              <a:xfrm>
                <a:off x="3029331"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40" name="Freeform 20">
                <a:extLst>
                  <a:ext uri="{FF2B5EF4-FFF2-40B4-BE49-F238E27FC236}">
                    <a16:creationId xmlns:a16="http://schemas.microsoft.com/office/drawing/2014/main" id="{4A22F991-2EF5-40C2-B66E-11453E5593F0}"/>
                  </a:ext>
                </a:extLst>
              </p:cNvPr>
              <p:cNvSpPr/>
              <p:nvPr/>
            </p:nvSpPr>
            <p:spPr>
              <a:xfrm>
                <a:off x="2748534" y="69469"/>
                <a:ext cx="271526" cy="452628"/>
              </a:xfrm>
              <a:custGeom>
                <a:avLst/>
                <a:gdLst/>
                <a:ahLst/>
                <a:cxnLst/>
                <a:rect l="l" t="t" r="r" b="b"/>
                <a:pathLst>
                  <a:path w="271526" h="452628">
                    <a:moveTo>
                      <a:pt x="0" y="452628"/>
                    </a:moveTo>
                    <a:lnTo>
                      <a:pt x="0" y="0"/>
                    </a:lnTo>
                    <a:lnTo>
                      <a:pt x="50800" y="0"/>
                    </a:lnTo>
                    <a:cubicBezTo>
                      <a:pt x="80518" y="0"/>
                      <a:pt x="104521" y="24130"/>
                      <a:pt x="104521" y="53721"/>
                    </a:cubicBezTo>
                    <a:lnTo>
                      <a:pt x="104521" y="371094"/>
                    </a:lnTo>
                    <a:lnTo>
                      <a:pt x="271526" y="371094"/>
                    </a:lnTo>
                    <a:lnTo>
                      <a:pt x="271526" y="452628"/>
                    </a:lnTo>
                    <a:close/>
                  </a:path>
                </a:pathLst>
              </a:custGeom>
              <a:solidFill>
                <a:srgbClr val="FFFFFF"/>
              </a:solidFill>
            </p:spPr>
          </p:sp>
          <p:sp>
            <p:nvSpPr>
              <p:cNvPr id="41" name="Freeform 21">
                <a:extLst>
                  <a:ext uri="{FF2B5EF4-FFF2-40B4-BE49-F238E27FC236}">
                    <a16:creationId xmlns:a16="http://schemas.microsoft.com/office/drawing/2014/main" id="{41B8589B-998A-4253-97B6-A1C867D78C07}"/>
                  </a:ext>
                </a:extLst>
              </p:cNvPr>
              <p:cNvSpPr/>
              <p:nvPr/>
            </p:nvSpPr>
            <p:spPr>
              <a:xfrm>
                <a:off x="3512058" y="63500"/>
                <a:ext cx="383159" cy="464693"/>
              </a:xfrm>
              <a:custGeom>
                <a:avLst/>
                <a:gdLst/>
                <a:ahLst/>
                <a:cxnLst/>
                <a:rect l="l" t="t" r="r" b="b"/>
                <a:pathLst>
                  <a:path w="383159" h="464693">
                    <a:moveTo>
                      <a:pt x="127" y="237744"/>
                    </a:moveTo>
                    <a:cubicBezTo>
                      <a:pt x="127" y="111252"/>
                      <a:pt x="69215" y="0"/>
                      <a:pt x="232791" y="0"/>
                    </a:cubicBezTo>
                    <a:cubicBezTo>
                      <a:pt x="291719" y="0"/>
                      <a:pt x="330200" y="10160"/>
                      <a:pt x="360045" y="23241"/>
                    </a:cubicBezTo>
                    <a:lnTo>
                      <a:pt x="360045" y="108331"/>
                    </a:lnTo>
                    <a:cubicBezTo>
                      <a:pt x="324358" y="91567"/>
                      <a:pt x="286639" y="82169"/>
                      <a:pt x="237871" y="82169"/>
                    </a:cubicBezTo>
                    <a:cubicBezTo>
                      <a:pt x="149860" y="82169"/>
                      <a:pt x="105537" y="137414"/>
                      <a:pt x="105537" y="237744"/>
                    </a:cubicBezTo>
                    <a:cubicBezTo>
                      <a:pt x="105537" y="335153"/>
                      <a:pt x="152019" y="384683"/>
                      <a:pt x="234950" y="384683"/>
                    </a:cubicBezTo>
                    <a:cubicBezTo>
                      <a:pt x="257556" y="384683"/>
                      <a:pt x="272034" y="381762"/>
                      <a:pt x="287274" y="376682"/>
                    </a:cubicBezTo>
                    <a:lnTo>
                      <a:pt x="287274" y="287147"/>
                    </a:lnTo>
                    <a:lnTo>
                      <a:pt x="254889" y="287147"/>
                    </a:lnTo>
                    <a:cubicBezTo>
                      <a:pt x="233807" y="287147"/>
                      <a:pt x="216662" y="270002"/>
                      <a:pt x="216662" y="248920"/>
                    </a:cubicBezTo>
                    <a:lnTo>
                      <a:pt x="216662" y="212344"/>
                    </a:lnTo>
                    <a:lnTo>
                      <a:pt x="383159" y="212344"/>
                    </a:lnTo>
                    <a:lnTo>
                      <a:pt x="383159" y="437769"/>
                    </a:lnTo>
                    <a:cubicBezTo>
                      <a:pt x="343916" y="451612"/>
                      <a:pt x="297306" y="464693"/>
                      <a:pt x="229743" y="464693"/>
                    </a:cubicBezTo>
                    <a:cubicBezTo>
                      <a:pt x="80645" y="464693"/>
                      <a:pt x="0" y="372364"/>
                      <a:pt x="0" y="237871"/>
                    </a:cubicBezTo>
                  </a:path>
                </a:pathLst>
              </a:custGeom>
              <a:solidFill>
                <a:srgbClr val="FFFFFF"/>
              </a:solidFill>
            </p:spPr>
          </p:sp>
          <p:sp>
            <p:nvSpPr>
              <p:cNvPr id="42" name="Freeform 22">
                <a:extLst>
                  <a:ext uri="{FF2B5EF4-FFF2-40B4-BE49-F238E27FC236}">
                    <a16:creationId xmlns:a16="http://schemas.microsoft.com/office/drawing/2014/main" id="{7DDB87FD-2D87-44BE-AB0F-CD439261811E}"/>
                  </a:ext>
                </a:extLst>
              </p:cNvPr>
              <p:cNvSpPr/>
              <p:nvPr/>
            </p:nvSpPr>
            <p:spPr>
              <a:xfrm>
                <a:off x="63500" y="69469"/>
                <a:ext cx="351282" cy="452755"/>
              </a:xfrm>
              <a:custGeom>
                <a:avLst/>
                <a:gdLst/>
                <a:ahLst/>
                <a:cxnLst/>
                <a:rect l="l" t="t" r="r" b="b"/>
                <a:pathLst>
                  <a:path w="351282" h="452755">
                    <a:moveTo>
                      <a:pt x="123063" y="452755"/>
                    </a:moveTo>
                    <a:lnTo>
                      <a:pt x="123063" y="84582"/>
                    </a:lnTo>
                    <a:lnTo>
                      <a:pt x="0" y="84582"/>
                    </a:lnTo>
                    <a:lnTo>
                      <a:pt x="0" y="0"/>
                    </a:lnTo>
                    <a:lnTo>
                      <a:pt x="351282" y="0"/>
                    </a:lnTo>
                    <a:lnTo>
                      <a:pt x="351282" y="40513"/>
                    </a:lnTo>
                    <a:cubicBezTo>
                      <a:pt x="351282" y="64770"/>
                      <a:pt x="331597" y="84455"/>
                      <a:pt x="307340" y="84455"/>
                    </a:cubicBezTo>
                    <a:lnTo>
                      <a:pt x="227584" y="84455"/>
                    </a:lnTo>
                    <a:lnTo>
                      <a:pt x="227584" y="452755"/>
                    </a:lnTo>
                    <a:close/>
                  </a:path>
                </a:pathLst>
              </a:custGeom>
              <a:solidFill>
                <a:srgbClr val="FFFFFF"/>
              </a:solidFill>
            </p:spPr>
          </p:sp>
          <p:sp>
            <p:nvSpPr>
              <p:cNvPr id="43" name="Freeform 23">
                <a:extLst>
                  <a:ext uri="{FF2B5EF4-FFF2-40B4-BE49-F238E27FC236}">
                    <a16:creationId xmlns:a16="http://schemas.microsoft.com/office/drawing/2014/main" id="{522BA807-47DC-4CBD-A184-9C6672308A5E}"/>
                  </a:ext>
                </a:extLst>
              </p:cNvPr>
              <p:cNvSpPr/>
              <p:nvPr/>
            </p:nvSpPr>
            <p:spPr>
              <a:xfrm>
                <a:off x="488950" y="69469"/>
                <a:ext cx="283464" cy="452755"/>
              </a:xfrm>
              <a:custGeom>
                <a:avLst/>
                <a:gdLst/>
                <a:ahLst/>
                <a:cxnLst/>
                <a:rect l="l" t="t" r="r" b="b"/>
                <a:pathLst>
                  <a:path w="283464" h="452755">
                    <a:moveTo>
                      <a:pt x="0" y="452755"/>
                    </a:moveTo>
                    <a:lnTo>
                      <a:pt x="0" y="0"/>
                    </a:lnTo>
                    <a:lnTo>
                      <a:pt x="283464" y="0"/>
                    </a:lnTo>
                    <a:lnTo>
                      <a:pt x="283464" y="41021"/>
                    </a:lnTo>
                    <a:cubicBezTo>
                      <a:pt x="283464" y="65024"/>
                      <a:pt x="264033" y="84455"/>
                      <a:pt x="240030" y="84455"/>
                    </a:cubicBezTo>
                    <a:lnTo>
                      <a:pt x="104521" y="84455"/>
                    </a:lnTo>
                    <a:lnTo>
                      <a:pt x="104521" y="181864"/>
                    </a:lnTo>
                    <a:lnTo>
                      <a:pt x="256667" y="181864"/>
                    </a:lnTo>
                    <a:lnTo>
                      <a:pt x="256667" y="257429"/>
                    </a:lnTo>
                    <a:lnTo>
                      <a:pt x="104521" y="257429"/>
                    </a:lnTo>
                    <a:lnTo>
                      <a:pt x="104521" y="368173"/>
                    </a:lnTo>
                    <a:lnTo>
                      <a:pt x="283464" y="368173"/>
                    </a:lnTo>
                    <a:lnTo>
                      <a:pt x="283464" y="452628"/>
                    </a:lnTo>
                    <a:close/>
                  </a:path>
                </a:pathLst>
              </a:custGeom>
              <a:solidFill>
                <a:srgbClr val="FFFFFF"/>
              </a:solidFill>
            </p:spPr>
          </p:sp>
          <p:sp>
            <p:nvSpPr>
              <p:cNvPr id="44" name="Freeform 24">
                <a:extLst>
                  <a:ext uri="{FF2B5EF4-FFF2-40B4-BE49-F238E27FC236}">
                    <a16:creationId xmlns:a16="http://schemas.microsoft.com/office/drawing/2014/main" id="{4A27304F-C8FA-4F23-A266-014452F2F1FF}"/>
                  </a:ext>
                </a:extLst>
              </p:cNvPr>
              <p:cNvSpPr/>
              <p:nvPr/>
            </p:nvSpPr>
            <p:spPr>
              <a:xfrm>
                <a:off x="846201" y="63627"/>
                <a:ext cx="335153" cy="464439"/>
              </a:xfrm>
              <a:custGeom>
                <a:avLst/>
                <a:gdLst/>
                <a:ahLst/>
                <a:cxnLst/>
                <a:rect l="l" t="t" r="r" b="b"/>
                <a:pathLst>
                  <a:path w="335153" h="464439">
                    <a:moveTo>
                      <a:pt x="0" y="237744"/>
                    </a:moveTo>
                    <a:cubicBezTo>
                      <a:pt x="0" y="107569"/>
                      <a:pt x="69850" y="0"/>
                      <a:pt x="218186" y="0"/>
                    </a:cubicBezTo>
                    <a:cubicBezTo>
                      <a:pt x="272669" y="0"/>
                      <a:pt x="306832" y="10922"/>
                      <a:pt x="330200" y="20320"/>
                    </a:cubicBezTo>
                    <a:lnTo>
                      <a:pt x="330200" y="106807"/>
                    </a:lnTo>
                    <a:cubicBezTo>
                      <a:pt x="308356" y="93726"/>
                      <a:pt x="274193" y="83566"/>
                      <a:pt x="229108" y="83566"/>
                    </a:cubicBezTo>
                    <a:cubicBezTo>
                      <a:pt x="149098" y="83566"/>
                      <a:pt x="105537" y="136652"/>
                      <a:pt x="105537" y="237744"/>
                    </a:cubicBezTo>
                    <a:cubicBezTo>
                      <a:pt x="105410" y="330073"/>
                      <a:pt x="153416" y="380873"/>
                      <a:pt x="231902" y="380873"/>
                    </a:cubicBezTo>
                    <a:cubicBezTo>
                      <a:pt x="276987" y="380873"/>
                      <a:pt x="308991" y="369951"/>
                      <a:pt x="335153" y="353949"/>
                    </a:cubicBezTo>
                    <a:lnTo>
                      <a:pt x="335153" y="442595"/>
                    </a:lnTo>
                    <a:cubicBezTo>
                      <a:pt x="305308" y="455676"/>
                      <a:pt x="274828" y="464439"/>
                      <a:pt x="219583" y="464439"/>
                    </a:cubicBezTo>
                    <a:cubicBezTo>
                      <a:pt x="74168" y="464439"/>
                      <a:pt x="0" y="367030"/>
                      <a:pt x="0" y="237617"/>
                    </a:cubicBezTo>
                  </a:path>
                </a:pathLst>
              </a:custGeom>
              <a:solidFill>
                <a:srgbClr val="FFFFFF"/>
              </a:solidFill>
            </p:spPr>
          </p:sp>
          <p:sp>
            <p:nvSpPr>
              <p:cNvPr id="45" name="Freeform 25">
                <a:extLst>
                  <a:ext uri="{FF2B5EF4-FFF2-40B4-BE49-F238E27FC236}">
                    <a16:creationId xmlns:a16="http://schemas.microsoft.com/office/drawing/2014/main" id="{E56175CA-CA1F-4F51-AC08-A9CDB10D8C21}"/>
                  </a:ext>
                </a:extLst>
              </p:cNvPr>
              <p:cNvSpPr/>
              <p:nvPr/>
            </p:nvSpPr>
            <p:spPr>
              <a:xfrm>
                <a:off x="1273810" y="69469"/>
                <a:ext cx="400558" cy="452628"/>
              </a:xfrm>
              <a:custGeom>
                <a:avLst/>
                <a:gdLst/>
                <a:ahLst/>
                <a:cxnLst/>
                <a:rect l="l" t="t" r="r" b="b"/>
                <a:pathLst>
                  <a:path w="400558" h="452628">
                    <a:moveTo>
                      <a:pt x="295148" y="452628"/>
                    </a:moveTo>
                    <a:lnTo>
                      <a:pt x="295148" y="262636"/>
                    </a:lnTo>
                    <a:lnTo>
                      <a:pt x="104648" y="262636"/>
                    </a:lnTo>
                    <a:lnTo>
                      <a:pt x="104648" y="452628"/>
                    </a:lnTo>
                    <a:lnTo>
                      <a:pt x="0" y="452628"/>
                    </a:lnTo>
                    <a:lnTo>
                      <a:pt x="0" y="0"/>
                    </a:lnTo>
                    <a:lnTo>
                      <a:pt x="104648" y="0"/>
                    </a:lnTo>
                    <a:lnTo>
                      <a:pt x="104648" y="180340"/>
                    </a:lnTo>
                    <a:lnTo>
                      <a:pt x="295148" y="180340"/>
                    </a:lnTo>
                    <a:lnTo>
                      <a:pt x="295148" y="0"/>
                    </a:lnTo>
                    <a:lnTo>
                      <a:pt x="400558" y="0"/>
                    </a:lnTo>
                    <a:lnTo>
                      <a:pt x="400558" y="452628"/>
                    </a:lnTo>
                    <a:close/>
                  </a:path>
                </a:pathLst>
              </a:custGeom>
              <a:solidFill>
                <a:srgbClr val="FFFFFF"/>
              </a:solidFill>
            </p:spPr>
          </p:sp>
          <p:sp>
            <p:nvSpPr>
              <p:cNvPr id="46" name="Freeform 26">
                <a:extLst>
                  <a:ext uri="{FF2B5EF4-FFF2-40B4-BE49-F238E27FC236}">
                    <a16:creationId xmlns:a16="http://schemas.microsoft.com/office/drawing/2014/main" id="{349958DF-31C4-4390-A2E1-FEF77DE4C570}"/>
                  </a:ext>
                </a:extLst>
              </p:cNvPr>
              <p:cNvSpPr/>
              <p:nvPr/>
            </p:nvSpPr>
            <p:spPr>
              <a:xfrm>
                <a:off x="3915664" y="69469"/>
                <a:ext cx="411480" cy="452755"/>
              </a:xfrm>
              <a:custGeom>
                <a:avLst/>
                <a:gdLst/>
                <a:ahLst/>
                <a:cxnLst/>
                <a:rect l="l" t="t" r="r" b="b"/>
                <a:pathLst>
                  <a:path w="411480" h="452755">
                    <a:moveTo>
                      <a:pt x="152400" y="452628"/>
                    </a:moveTo>
                    <a:lnTo>
                      <a:pt x="152400" y="278384"/>
                    </a:lnTo>
                    <a:lnTo>
                      <a:pt x="0" y="0"/>
                    </a:lnTo>
                    <a:lnTo>
                      <a:pt x="87122" y="0"/>
                    </a:lnTo>
                    <a:cubicBezTo>
                      <a:pt x="104648" y="0"/>
                      <a:pt x="120650" y="9906"/>
                      <a:pt x="128524" y="25527"/>
                    </a:cubicBezTo>
                    <a:lnTo>
                      <a:pt x="212344" y="192405"/>
                    </a:lnTo>
                    <a:lnTo>
                      <a:pt x="305816" y="0"/>
                    </a:lnTo>
                    <a:lnTo>
                      <a:pt x="411480" y="0"/>
                    </a:lnTo>
                    <a:lnTo>
                      <a:pt x="258826" y="276352"/>
                    </a:lnTo>
                    <a:lnTo>
                      <a:pt x="258318" y="452755"/>
                    </a:lnTo>
                    <a:close/>
                  </a:path>
                </a:pathLst>
              </a:custGeom>
              <a:solidFill>
                <a:srgbClr val="FFFFFF"/>
              </a:solidFill>
            </p:spPr>
          </p:sp>
        </p:grpSp>
      </p:grpSp>
      <p:sp>
        <p:nvSpPr>
          <p:cNvPr id="56" name="Title 1">
            <a:extLst>
              <a:ext uri="{FF2B5EF4-FFF2-40B4-BE49-F238E27FC236}">
                <a16:creationId xmlns:a16="http://schemas.microsoft.com/office/drawing/2014/main" id="{389A56A2-FB3E-46F1-B449-8EC94C17F0C0}"/>
              </a:ext>
            </a:extLst>
          </p:cNvPr>
          <p:cNvSpPr>
            <a:spLocks noGrp="1"/>
          </p:cNvSpPr>
          <p:nvPr>
            <p:ph type="title"/>
          </p:nvPr>
        </p:nvSpPr>
        <p:spPr>
          <a:xfrm>
            <a:off x="483800" y="456595"/>
            <a:ext cx="9344550" cy="1143000"/>
          </a:xfrm>
        </p:spPr>
        <p:txBody>
          <a:bodyPr/>
          <a:lstStyle>
            <a:lvl1pPr algn="l">
              <a:defRPr b="1">
                <a:solidFill>
                  <a:schemeClr val="bg1"/>
                </a:solidFill>
                <a:latin typeface="Poppins Bold" panose="00000800000000000000" charset="0"/>
                <a:cs typeface="Poppins Bold" panose="00000800000000000000" charset="0"/>
              </a:defRPr>
            </a:lvl1pPr>
          </a:lstStyle>
          <a:p>
            <a:r>
              <a:rPr lang="en-US" dirty="0"/>
              <a:t>Click to edit Master title style</a:t>
            </a:r>
            <a:endParaRPr lang="tr-TR" dirty="0"/>
          </a:p>
        </p:txBody>
      </p:sp>
      <p:grpSp>
        <p:nvGrpSpPr>
          <p:cNvPr id="58" name="Group 27">
            <a:extLst>
              <a:ext uri="{FF2B5EF4-FFF2-40B4-BE49-F238E27FC236}">
                <a16:creationId xmlns:a16="http://schemas.microsoft.com/office/drawing/2014/main" id="{ED74713C-1FA8-4FF6-81D3-2171ADC5754C}"/>
              </a:ext>
            </a:extLst>
          </p:cNvPr>
          <p:cNvGrpSpPr/>
          <p:nvPr userDrawn="1"/>
        </p:nvGrpSpPr>
        <p:grpSpPr>
          <a:xfrm>
            <a:off x="0" y="7796027"/>
            <a:ext cx="18288000" cy="2610016"/>
            <a:chOff x="0" y="0"/>
            <a:chExt cx="3091051" cy="437292"/>
          </a:xfrm>
        </p:grpSpPr>
        <p:sp>
          <p:nvSpPr>
            <p:cNvPr id="59" name="Freeform 28">
              <a:extLst>
                <a:ext uri="{FF2B5EF4-FFF2-40B4-BE49-F238E27FC236}">
                  <a16:creationId xmlns:a16="http://schemas.microsoft.com/office/drawing/2014/main" id="{1DD3DC35-3FCA-4565-8F1C-47AB4386E1D1}"/>
                </a:ext>
              </a:extLst>
            </p:cNvPr>
            <p:cNvSpPr/>
            <p:nvPr/>
          </p:nvSpPr>
          <p:spPr>
            <a:xfrm>
              <a:off x="0" y="0"/>
              <a:ext cx="3091051" cy="437292"/>
            </a:xfrm>
            <a:custGeom>
              <a:avLst/>
              <a:gdLst/>
              <a:ahLst/>
              <a:cxnLst/>
              <a:rect l="l" t="t" r="r" b="b"/>
              <a:pathLst>
                <a:path w="3091051" h="437292">
                  <a:moveTo>
                    <a:pt x="0" y="0"/>
                  </a:moveTo>
                  <a:lnTo>
                    <a:pt x="3091051" y="0"/>
                  </a:lnTo>
                  <a:lnTo>
                    <a:pt x="3091051" y="437292"/>
                  </a:lnTo>
                  <a:lnTo>
                    <a:pt x="0" y="437292"/>
                  </a:lnTo>
                  <a:close/>
                </a:path>
              </a:pathLst>
            </a:custGeom>
            <a:blipFill>
              <a:blip r:embed="rId6"/>
              <a:stretch>
                <a:fillRect t="-215134" b="-197339"/>
              </a:stretch>
            </a:blipFill>
          </p:spPr>
        </p:sp>
      </p:grpSp>
    </p:spTree>
    <p:extLst>
      <p:ext uri="{BB962C8B-B14F-4D97-AF65-F5344CB8AC3E}">
        <p14:creationId xmlns:p14="http://schemas.microsoft.com/office/powerpoint/2010/main" val="3236593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lides copy">
    <p:bg>
      <p:bgPr>
        <a:solidFill>
          <a:srgbClr val="160923"/>
        </a:solidFill>
        <a:effectLst/>
      </p:bgPr>
    </p:bg>
    <p:spTree>
      <p:nvGrpSpPr>
        <p:cNvPr id="1" name=""/>
        <p:cNvGrpSpPr/>
        <p:nvPr/>
      </p:nvGrpSpPr>
      <p:grpSpPr>
        <a:xfrm>
          <a:off x="0" y="0"/>
          <a:ext cx="0" cy="0"/>
          <a:chOff x="0" y="0"/>
          <a:chExt cx="0" cy="0"/>
        </a:xfrm>
      </p:grpSpPr>
      <p:pic>
        <p:nvPicPr>
          <p:cNvPr id="2" name="Image">
            <a:extLst>
              <a:ext uri="{FF2B5EF4-FFF2-40B4-BE49-F238E27FC236}">
                <a16:creationId xmlns:a16="http://schemas.microsoft.com/office/drawing/2014/main" id="{0487B23B-773C-4BE7-A61A-E494832E8CF2}"/>
              </a:ext>
            </a:extLst>
          </p:cNvPr>
          <p:cNvPicPr>
            <a:picLocks noChangeAspect="1"/>
          </p:cNvPicPr>
          <p:nvPr userDrawn="1"/>
        </p:nvPicPr>
        <p:blipFill>
          <a:blip r:embed="rId2" cstate="screen">
            <a:alphaModFix amt="20000"/>
            <a:extLst>
              <a:ext uri="{28A0092B-C50C-407E-A947-70E740481C1C}">
                <a14:useLocalDpi xmlns:a14="http://schemas.microsoft.com/office/drawing/2010/main"/>
              </a:ext>
            </a:extLst>
          </a:blip>
          <a:srcRect l="1216" r="1216" b="5213"/>
          <a:stretch>
            <a:fillRect/>
          </a:stretch>
        </p:blipFill>
        <p:spPr>
          <a:xfrm>
            <a:off x="715" y="-204"/>
            <a:ext cx="18287285" cy="10287204"/>
          </a:xfrm>
          <a:prstGeom prst="rect">
            <a:avLst/>
          </a:prstGeom>
          <a:ln w="12700">
            <a:miter lim="400000"/>
          </a:ln>
        </p:spPr>
      </p:pic>
      <p:sp>
        <p:nvSpPr>
          <p:cNvPr id="3" name="Freeform 3">
            <a:extLst>
              <a:ext uri="{FF2B5EF4-FFF2-40B4-BE49-F238E27FC236}">
                <a16:creationId xmlns:a16="http://schemas.microsoft.com/office/drawing/2014/main" id="{6929B7F7-6D72-41BF-A2F9-3AD54A0AADF2}"/>
              </a:ext>
            </a:extLst>
          </p:cNvPr>
          <p:cNvSpPr/>
          <p:nvPr userDrawn="1"/>
        </p:nvSpPr>
        <p:spPr>
          <a:xfrm>
            <a:off x="6314743" y="-2448028"/>
            <a:ext cx="21760707" cy="20821428"/>
          </a:xfrm>
          <a:custGeom>
            <a:avLst/>
            <a:gdLst/>
            <a:ahLst/>
            <a:cxnLst/>
            <a:rect l="l" t="t" r="r" b="b"/>
            <a:pathLst>
              <a:path w="16564908" h="16564908">
                <a:moveTo>
                  <a:pt x="0" y="0"/>
                </a:moveTo>
                <a:lnTo>
                  <a:pt x="16564908" y="0"/>
                </a:lnTo>
                <a:lnTo>
                  <a:pt x="16564908" y="16564908"/>
                </a:lnTo>
                <a:lnTo>
                  <a:pt x="0" y="16564908"/>
                </a:lnTo>
                <a:lnTo>
                  <a:pt x="0" y="0"/>
                </a:lnTo>
                <a:close/>
              </a:path>
            </a:pathLst>
          </a:custGeom>
          <a:blipFill>
            <a:blip r:embed="rId3">
              <a:alphaModFix amt="52000"/>
              <a:extLst>
                <a:ext uri="{96DAC541-7B7A-43D3-8B79-37D633B846F1}">
                  <asvg:svgBlip xmlns:asvg="http://schemas.microsoft.com/office/drawing/2016/SVG/main" r:embed="rId4"/>
                </a:ext>
              </a:extLst>
            </a:blip>
            <a:stretch>
              <a:fillRect/>
            </a:stretch>
          </a:blipFill>
        </p:spPr>
      </p:sp>
      <p:sp>
        <p:nvSpPr>
          <p:cNvPr id="4" name="Freeform 2">
            <a:extLst>
              <a:ext uri="{FF2B5EF4-FFF2-40B4-BE49-F238E27FC236}">
                <a16:creationId xmlns:a16="http://schemas.microsoft.com/office/drawing/2014/main" id="{23241B54-3CF3-4316-866A-B64CB95F4018}"/>
              </a:ext>
            </a:extLst>
          </p:cNvPr>
          <p:cNvSpPr/>
          <p:nvPr userDrawn="1"/>
        </p:nvSpPr>
        <p:spPr>
          <a:xfrm>
            <a:off x="-8534400" y="-5862888"/>
            <a:ext cx="21760707" cy="19935056"/>
          </a:xfrm>
          <a:custGeom>
            <a:avLst/>
            <a:gdLst/>
            <a:ahLst/>
            <a:cxnLst/>
            <a:rect l="l" t="t" r="r" b="b"/>
            <a:pathLst>
              <a:path w="29526830" h="29526830">
                <a:moveTo>
                  <a:pt x="0" y="0"/>
                </a:moveTo>
                <a:lnTo>
                  <a:pt x="29526830" y="0"/>
                </a:lnTo>
                <a:lnTo>
                  <a:pt x="29526830" y="29526830"/>
                </a:lnTo>
                <a:lnTo>
                  <a:pt x="0" y="29526830"/>
                </a:lnTo>
                <a:lnTo>
                  <a:pt x="0" y="0"/>
                </a:lnTo>
                <a:close/>
              </a:path>
            </a:pathLst>
          </a:custGeom>
          <a:blipFill>
            <a:blip r:embed="rId5">
              <a:alphaModFix amt="57000"/>
              <a:extLst>
                <a:ext uri="{96DAC541-7B7A-43D3-8B79-37D633B846F1}">
                  <asvg:svgBlip xmlns:asvg="http://schemas.microsoft.com/office/drawing/2016/SVG/main" r:embed="rId6"/>
                </a:ext>
              </a:extLst>
            </a:blip>
            <a:stretch>
              <a:fillRect/>
            </a:stretch>
          </a:blipFill>
        </p:spPr>
      </p:sp>
      <p:grpSp>
        <p:nvGrpSpPr>
          <p:cNvPr id="5" name="Group 4">
            <a:extLst>
              <a:ext uri="{FF2B5EF4-FFF2-40B4-BE49-F238E27FC236}">
                <a16:creationId xmlns:a16="http://schemas.microsoft.com/office/drawing/2014/main" id="{3C2A5813-9B75-4456-BC08-465017A01F41}"/>
              </a:ext>
            </a:extLst>
          </p:cNvPr>
          <p:cNvGrpSpPr/>
          <p:nvPr userDrawn="1"/>
        </p:nvGrpSpPr>
        <p:grpSpPr>
          <a:xfrm>
            <a:off x="13518898" y="718147"/>
            <a:ext cx="4334713" cy="621106"/>
            <a:chOff x="0" y="0"/>
            <a:chExt cx="5779617" cy="828141"/>
          </a:xfrm>
        </p:grpSpPr>
        <p:grpSp>
          <p:nvGrpSpPr>
            <p:cNvPr id="6" name="Group 5">
              <a:extLst>
                <a:ext uri="{FF2B5EF4-FFF2-40B4-BE49-F238E27FC236}">
                  <a16:creationId xmlns:a16="http://schemas.microsoft.com/office/drawing/2014/main" id="{2ADC3554-0EB6-40E5-A683-E776DC2A1B41}"/>
                </a:ext>
              </a:extLst>
            </p:cNvPr>
            <p:cNvGrpSpPr>
              <a:grpSpLocks noChangeAspect="1"/>
            </p:cNvGrpSpPr>
            <p:nvPr/>
          </p:nvGrpSpPr>
          <p:grpSpPr>
            <a:xfrm>
              <a:off x="0" y="0"/>
              <a:ext cx="828141" cy="828141"/>
              <a:chOff x="0" y="0"/>
              <a:chExt cx="1283043" cy="1283043"/>
            </a:xfrm>
          </p:grpSpPr>
          <p:sp>
            <p:nvSpPr>
              <p:cNvPr id="26" name="Freeform 6">
                <a:extLst>
                  <a:ext uri="{FF2B5EF4-FFF2-40B4-BE49-F238E27FC236}">
                    <a16:creationId xmlns:a16="http://schemas.microsoft.com/office/drawing/2014/main" id="{2D150E8F-7A4C-4169-88AD-97D231BF7893}"/>
                  </a:ext>
                </a:extLst>
              </p:cNvPr>
              <p:cNvSpPr/>
              <p:nvPr/>
            </p:nvSpPr>
            <p:spPr>
              <a:xfrm>
                <a:off x="63500" y="63500"/>
                <a:ext cx="1156081" cy="1156081"/>
              </a:xfrm>
              <a:custGeom>
                <a:avLst/>
                <a:gdLst/>
                <a:ahLst/>
                <a:cxnLst/>
                <a:rect l="l" t="t" r="r" b="b"/>
                <a:pathLst>
                  <a:path w="1156081" h="1156081">
                    <a:moveTo>
                      <a:pt x="425450" y="590677"/>
                    </a:moveTo>
                    <a:cubicBezTo>
                      <a:pt x="473837" y="408813"/>
                      <a:pt x="418592" y="218186"/>
                      <a:pt x="286512" y="117094"/>
                    </a:cubicBezTo>
                    <a:cubicBezTo>
                      <a:pt x="106553" y="231013"/>
                      <a:pt x="2794" y="445262"/>
                      <a:pt x="40259" y="668401"/>
                    </a:cubicBezTo>
                    <a:cubicBezTo>
                      <a:pt x="52578" y="742188"/>
                      <a:pt x="79375" y="809879"/>
                      <a:pt x="116967" y="869315"/>
                    </a:cubicBezTo>
                    <a:cubicBezTo>
                      <a:pt x="257810" y="830199"/>
                      <a:pt x="381508" y="756031"/>
                      <a:pt x="425450" y="590677"/>
                    </a:cubicBezTo>
                    <a:moveTo>
                      <a:pt x="668274" y="1115695"/>
                    </a:moveTo>
                    <a:cubicBezTo>
                      <a:pt x="965327" y="1065784"/>
                      <a:pt x="1165479" y="784606"/>
                      <a:pt x="1115568" y="487680"/>
                    </a:cubicBezTo>
                    <a:cubicBezTo>
                      <a:pt x="1074166" y="240665"/>
                      <a:pt x="872617" y="60579"/>
                      <a:pt x="635127" y="35687"/>
                    </a:cubicBezTo>
                    <a:cubicBezTo>
                      <a:pt x="587121" y="30607"/>
                      <a:pt x="537591" y="32004"/>
                      <a:pt x="487680" y="40386"/>
                    </a:cubicBezTo>
                    <a:cubicBezTo>
                      <a:pt x="428498" y="50292"/>
                      <a:pt x="373253" y="69596"/>
                      <a:pt x="322961" y="96266"/>
                    </a:cubicBezTo>
                    <a:cubicBezTo>
                      <a:pt x="584708" y="185039"/>
                      <a:pt x="725424" y="320040"/>
                      <a:pt x="735203" y="458216"/>
                    </a:cubicBezTo>
                    <a:cubicBezTo>
                      <a:pt x="740029" y="543560"/>
                      <a:pt x="700278" y="605282"/>
                      <a:pt x="648208" y="655701"/>
                    </a:cubicBezTo>
                    <a:lnTo>
                      <a:pt x="1018286" y="629793"/>
                    </a:lnTo>
                    <a:cubicBezTo>
                      <a:pt x="1028827" y="629031"/>
                      <a:pt x="1032002" y="641223"/>
                      <a:pt x="1019302" y="644906"/>
                    </a:cubicBezTo>
                    <a:lnTo>
                      <a:pt x="136525" y="898017"/>
                    </a:lnTo>
                    <a:cubicBezTo>
                      <a:pt x="226314" y="1021715"/>
                      <a:pt x="366014" y="1104138"/>
                      <a:pt x="520827" y="1120267"/>
                    </a:cubicBezTo>
                    <a:cubicBezTo>
                      <a:pt x="568833" y="1125347"/>
                      <a:pt x="618363" y="1123950"/>
                      <a:pt x="668274" y="1115568"/>
                    </a:cubicBezTo>
                    <a:moveTo>
                      <a:pt x="638429" y="3175"/>
                    </a:moveTo>
                    <a:cubicBezTo>
                      <a:pt x="929259" y="33401"/>
                      <a:pt x="1155954" y="279146"/>
                      <a:pt x="1156081" y="577850"/>
                    </a:cubicBezTo>
                    <a:cubicBezTo>
                      <a:pt x="1156208" y="897128"/>
                      <a:pt x="897509" y="1155954"/>
                      <a:pt x="578231" y="1156081"/>
                    </a:cubicBezTo>
                    <a:cubicBezTo>
                      <a:pt x="258953" y="1156208"/>
                      <a:pt x="127" y="897382"/>
                      <a:pt x="0" y="578231"/>
                    </a:cubicBezTo>
                    <a:cubicBezTo>
                      <a:pt x="-127" y="259080"/>
                      <a:pt x="258572" y="127"/>
                      <a:pt x="577850" y="0"/>
                    </a:cubicBezTo>
                    <a:cubicBezTo>
                      <a:pt x="598297" y="0"/>
                      <a:pt x="618617" y="1143"/>
                      <a:pt x="638556" y="3175"/>
                    </a:cubicBezTo>
                  </a:path>
                </a:pathLst>
              </a:custGeom>
              <a:solidFill>
                <a:srgbClr val="FFFFFF"/>
              </a:solidFill>
            </p:spPr>
          </p:sp>
          <p:sp>
            <p:nvSpPr>
              <p:cNvPr id="27" name="Freeform 7">
                <a:extLst>
                  <a:ext uri="{FF2B5EF4-FFF2-40B4-BE49-F238E27FC236}">
                    <a16:creationId xmlns:a16="http://schemas.microsoft.com/office/drawing/2014/main" id="{0F7F0A3C-8678-498A-A07E-97AB508F27F6}"/>
                  </a:ext>
                </a:extLst>
              </p:cNvPr>
              <p:cNvSpPr/>
              <p:nvPr/>
            </p:nvSpPr>
            <p:spPr>
              <a:xfrm>
                <a:off x="96146" y="96229"/>
                <a:ext cx="1090550" cy="1090624"/>
              </a:xfrm>
              <a:custGeom>
                <a:avLst/>
                <a:gdLst/>
                <a:ahLst/>
                <a:cxnLst/>
                <a:rect l="l" t="t" r="r" b="b"/>
                <a:pathLst>
                  <a:path w="1090550" h="1090624">
                    <a:moveTo>
                      <a:pt x="7613" y="635672"/>
                    </a:moveTo>
                    <a:cubicBezTo>
                      <a:pt x="19932" y="709459"/>
                      <a:pt x="46729" y="777277"/>
                      <a:pt x="84321" y="836586"/>
                    </a:cubicBezTo>
                    <a:cubicBezTo>
                      <a:pt x="225164" y="797470"/>
                      <a:pt x="348735" y="723302"/>
                      <a:pt x="392804" y="557948"/>
                    </a:cubicBezTo>
                    <a:cubicBezTo>
                      <a:pt x="441191" y="376084"/>
                      <a:pt x="385946" y="185457"/>
                      <a:pt x="253866" y="84365"/>
                    </a:cubicBezTo>
                    <a:cubicBezTo>
                      <a:pt x="73907" y="198284"/>
                      <a:pt x="-29852" y="412533"/>
                      <a:pt x="7613" y="635672"/>
                    </a:cubicBezTo>
                    <a:moveTo>
                      <a:pt x="1082922" y="455078"/>
                    </a:moveTo>
                    <a:cubicBezTo>
                      <a:pt x="1132833" y="752004"/>
                      <a:pt x="932554" y="1033182"/>
                      <a:pt x="635628" y="1082966"/>
                    </a:cubicBezTo>
                    <a:cubicBezTo>
                      <a:pt x="585717" y="1091348"/>
                      <a:pt x="536060" y="1092745"/>
                      <a:pt x="488181" y="1087665"/>
                    </a:cubicBezTo>
                    <a:cubicBezTo>
                      <a:pt x="333241" y="1071536"/>
                      <a:pt x="193668" y="989113"/>
                      <a:pt x="103752" y="865415"/>
                    </a:cubicBezTo>
                    <a:lnTo>
                      <a:pt x="986529" y="612177"/>
                    </a:lnTo>
                    <a:cubicBezTo>
                      <a:pt x="999229" y="608494"/>
                      <a:pt x="995927" y="596302"/>
                      <a:pt x="985513" y="597064"/>
                    </a:cubicBezTo>
                    <a:lnTo>
                      <a:pt x="615435" y="622972"/>
                    </a:lnTo>
                    <a:cubicBezTo>
                      <a:pt x="667632" y="572680"/>
                      <a:pt x="707256" y="510958"/>
                      <a:pt x="702430" y="425487"/>
                    </a:cubicBezTo>
                    <a:cubicBezTo>
                      <a:pt x="692651" y="287184"/>
                      <a:pt x="551935" y="152310"/>
                      <a:pt x="290188" y="63537"/>
                    </a:cubicBezTo>
                    <a:cubicBezTo>
                      <a:pt x="340480" y="36867"/>
                      <a:pt x="395725" y="17563"/>
                      <a:pt x="454907" y="7657"/>
                    </a:cubicBezTo>
                    <a:cubicBezTo>
                      <a:pt x="504818" y="-725"/>
                      <a:pt x="554475" y="-2122"/>
                      <a:pt x="602354" y="2958"/>
                    </a:cubicBezTo>
                    <a:cubicBezTo>
                      <a:pt x="839844" y="27850"/>
                      <a:pt x="1041393" y="207936"/>
                      <a:pt x="1082922" y="455078"/>
                    </a:cubicBezTo>
                  </a:path>
                </a:pathLst>
              </a:custGeom>
              <a:solidFill>
                <a:srgbClr val="C90C0F"/>
              </a:solidFill>
            </p:spPr>
          </p:sp>
        </p:grpSp>
        <p:grpSp>
          <p:nvGrpSpPr>
            <p:cNvPr id="7" name="Group 8">
              <a:extLst>
                <a:ext uri="{FF2B5EF4-FFF2-40B4-BE49-F238E27FC236}">
                  <a16:creationId xmlns:a16="http://schemas.microsoft.com/office/drawing/2014/main" id="{E7187EAE-430A-4595-844D-428351660A9D}"/>
                </a:ext>
              </a:extLst>
            </p:cNvPr>
            <p:cNvGrpSpPr>
              <a:grpSpLocks noChangeAspect="1"/>
            </p:cNvGrpSpPr>
            <p:nvPr/>
          </p:nvGrpSpPr>
          <p:grpSpPr>
            <a:xfrm>
              <a:off x="947681" y="221817"/>
              <a:ext cx="1879107" cy="382761"/>
              <a:chOff x="0" y="0"/>
              <a:chExt cx="2911310" cy="593014"/>
            </a:xfrm>
          </p:grpSpPr>
          <p:sp>
            <p:nvSpPr>
              <p:cNvPr id="19" name="Freeform 9">
                <a:extLst>
                  <a:ext uri="{FF2B5EF4-FFF2-40B4-BE49-F238E27FC236}">
                    <a16:creationId xmlns:a16="http://schemas.microsoft.com/office/drawing/2014/main" id="{6A1388F2-3D44-46DB-96F6-6B16AB2E7741}"/>
                  </a:ext>
                </a:extLst>
              </p:cNvPr>
              <p:cNvSpPr/>
              <p:nvPr/>
            </p:nvSpPr>
            <p:spPr>
              <a:xfrm>
                <a:off x="2447290" y="70485"/>
                <a:ext cx="400558" cy="452755"/>
              </a:xfrm>
              <a:custGeom>
                <a:avLst/>
                <a:gdLst/>
                <a:ahLst/>
                <a:cxnLst/>
                <a:rect l="l" t="t" r="r" b="b"/>
                <a:pathLst>
                  <a:path w="400558" h="452755">
                    <a:moveTo>
                      <a:pt x="295148" y="452755"/>
                    </a:moveTo>
                    <a:lnTo>
                      <a:pt x="295148" y="262636"/>
                    </a:lnTo>
                    <a:lnTo>
                      <a:pt x="104648" y="262636"/>
                    </a:lnTo>
                    <a:lnTo>
                      <a:pt x="104648" y="452755"/>
                    </a:lnTo>
                    <a:lnTo>
                      <a:pt x="0" y="452755"/>
                    </a:lnTo>
                    <a:lnTo>
                      <a:pt x="0" y="0"/>
                    </a:lnTo>
                    <a:lnTo>
                      <a:pt x="104648" y="0"/>
                    </a:lnTo>
                    <a:lnTo>
                      <a:pt x="104648" y="180340"/>
                    </a:lnTo>
                    <a:lnTo>
                      <a:pt x="295148" y="180340"/>
                    </a:lnTo>
                    <a:lnTo>
                      <a:pt x="295148" y="0"/>
                    </a:lnTo>
                    <a:lnTo>
                      <a:pt x="400558" y="0"/>
                    </a:lnTo>
                    <a:lnTo>
                      <a:pt x="400558" y="452755"/>
                    </a:lnTo>
                    <a:close/>
                  </a:path>
                </a:pathLst>
              </a:custGeom>
              <a:solidFill>
                <a:srgbClr val="FFFFFF"/>
              </a:solidFill>
            </p:spPr>
          </p:sp>
          <p:sp>
            <p:nvSpPr>
              <p:cNvPr id="20" name="Freeform 10">
                <a:extLst>
                  <a:ext uri="{FF2B5EF4-FFF2-40B4-BE49-F238E27FC236}">
                    <a16:creationId xmlns:a16="http://schemas.microsoft.com/office/drawing/2014/main" id="{2ABBA7CA-B067-40D6-8507-D68AA47DBE09}"/>
                  </a:ext>
                </a:extLst>
              </p:cNvPr>
              <p:cNvSpPr/>
              <p:nvPr/>
            </p:nvSpPr>
            <p:spPr>
              <a:xfrm>
                <a:off x="488188" y="70485"/>
                <a:ext cx="379476" cy="458724"/>
              </a:xfrm>
              <a:custGeom>
                <a:avLst/>
                <a:gdLst/>
                <a:ahLst/>
                <a:cxnLst/>
                <a:rect l="l" t="t" r="r" b="b"/>
                <a:pathLst>
                  <a:path w="379476" h="458724">
                    <a:moveTo>
                      <a:pt x="0" y="0"/>
                    </a:moveTo>
                    <a:lnTo>
                      <a:pt x="0" y="283464"/>
                    </a:lnTo>
                    <a:cubicBezTo>
                      <a:pt x="0" y="314833"/>
                      <a:pt x="4572" y="341884"/>
                      <a:pt x="13716" y="363982"/>
                    </a:cubicBezTo>
                    <a:cubicBezTo>
                      <a:pt x="22733" y="385826"/>
                      <a:pt x="35814" y="403987"/>
                      <a:pt x="52705" y="417957"/>
                    </a:cubicBezTo>
                    <a:cubicBezTo>
                      <a:pt x="69723" y="432054"/>
                      <a:pt x="90170" y="442468"/>
                      <a:pt x="113538" y="448818"/>
                    </a:cubicBezTo>
                    <a:cubicBezTo>
                      <a:pt x="137287" y="455422"/>
                      <a:pt x="164084" y="458724"/>
                      <a:pt x="193167" y="458724"/>
                    </a:cubicBezTo>
                    <a:cubicBezTo>
                      <a:pt x="222250" y="458724"/>
                      <a:pt x="248793" y="455422"/>
                      <a:pt x="272034" y="448818"/>
                    </a:cubicBezTo>
                    <a:cubicBezTo>
                      <a:pt x="294894" y="442341"/>
                      <a:pt x="314452" y="432054"/>
                      <a:pt x="330073" y="418084"/>
                    </a:cubicBezTo>
                    <a:cubicBezTo>
                      <a:pt x="345694" y="404114"/>
                      <a:pt x="358013" y="385953"/>
                      <a:pt x="366522" y="363982"/>
                    </a:cubicBezTo>
                    <a:cubicBezTo>
                      <a:pt x="375031" y="342011"/>
                      <a:pt x="379476" y="314833"/>
                      <a:pt x="379476" y="283337"/>
                    </a:cubicBezTo>
                    <a:lnTo>
                      <a:pt x="379476" y="0"/>
                    </a:lnTo>
                    <a:lnTo>
                      <a:pt x="281813" y="0"/>
                    </a:lnTo>
                    <a:lnTo>
                      <a:pt x="281813" y="280416"/>
                    </a:lnTo>
                    <a:cubicBezTo>
                      <a:pt x="281813" y="308991"/>
                      <a:pt x="274701" y="331978"/>
                      <a:pt x="260731" y="348996"/>
                    </a:cubicBezTo>
                    <a:cubicBezTo>
                      <a:pt x="246507" y="366268"/>
                      <a:pt x="223774" y="374904"/>
                      <a:pt x="193294" y="374904"/>
                    </a:cubicBezTo>
                    <a:cubicBezTo>
                      <a:pt x="163322" y="374904"/>
                      <a:pt x="140716" y="366268"/>
                      <a:pt x="126238" y="348996"/>
                    </a:cubicBezTo>
                    <a:cubicBezTo>
                      <a:pt x="112014" y="332105"/>
                      <a:pt x="104775" y="308991"/>
                      <a:pt x="104775" y="280416"/>
                    </a:cubicBezTo>
                    <a:lnTo>
                      <a:pt x="104775" y="0"/>
                    </a:lnTo>
                    <a:close/>
                  </a:path>
                </a:pathLst>
              </a:custGeom>
              <a:solidFill>
                <a:srgbClr val="FFFFFF"/>
              </a:solidFill>
            </p:spPr>
          </p:sp>
          <p:sp>
            <p:nvSpPr>
              <p:cNvPr id="21" name="Freeform 11">
                <a:extLst>
                  <a:ext uri="{FF2B5EF4-FFF2-40B4-BE49-F238E27FC236}">
                    <a16:creationId xmlns:a16="http://schemas.microsoft.com/office/drawing/2014/main" id="{0B06EB1F-F122-4048-AD1D-B7F022647299}"/>
                  </a:ext>
                </a:extLst>
              </p:cNvPr>
              <p:cNvSpPr/>
              <p:nvPr/>
            </p:nvSpPr>
            <p:spPr>
              <a:xfrm>
                <a:off x="63500" y="70485"/>
                <a:ext cx="351409" cy="452755"/>
              </a:xfrm>
              <a:custGeom>
                <a:avLst/>
                <a:gdLst/>
                <a:ahLst/>
                <a:cxnLst/>
                <a:rect l="l" t="t" r="r" b="b"/>
                <a:pathLst>
                  <a:path w="351409" h="452755">
                    <a:moveTo>
                      <a:pt x="123063" y="452755"/>
                    </a:moveTo>
                    <a:lnTo>
                      <a:pt x="123063" y="84582"/>
                    </a:lnTo>
                    <a:lnTo>
                      <a:pt x="0" y="84582"/>
                    </a:lnTo>
                    <a:lnTo>
                      <a:pt x="0" y="0"/>
                    </a:lnTo>
                    <a:lnTo>
                      <a:pt x="351409" y="0"/>
                    </a:lnTo>
                    <a:lnTo>
                      <a:pt x="351409" y="40640"/>
                    </a:lnTo>
                    <a:cubicBezTo>
                      <a:pt x="351409" y="64897"/>
                      <a:pt x="331724" y="84709"/>
                      <a:pt x="307467" y="84709"/>
                    </a:cubicBezTo>
                    <a:lnTo>
                      <a:pt x="227584" y="84709"/>
                    </a:lnTo>
                    <a:lnTo>
                      <a:pt x="227584" y="452755"/>
                    </a:lnTo>
                    <a:close/>
                  </a:path>
                </a:pathLst>
              </a:custGeom>
              <a:solidFill>
                <a:srgbClr val="FFFFFF"/>
              </a:solidFill>
            </p:spPr>
          </p:sp>
          <p:sp>
            <p:nvSpPr>
              <p:cNvPr id="22" name="Freeform 12">
                <a:extLst>
                  <a:ext uri="{FF2B5EF4-FFF2-40B4-BE49-F238E27FC236}">
                    <a16:creationId xmlns:a16="http://schemas.microsoft.com/office/drawing/2014/main" id="{0C5A5AF9-1EAD-4439-8267-989F89F8D875}"/>
                  </a:ext>
                </a:extLst>
              </p:cNvPr>
              <p:cNvSpPr/>
              <p:nvPr/>
            </p:nvSpPr>
            <p:spPr>
              <a:xfrm>
                <a:off x="1867662" y="70485"/>
                <a:ext cx="104648" cy="452755"/>
              </a:xfrm>
              <a:custGeom>
                <a:avLst/>
                <a:gdLst/>
                <a:ahLst/>
                <a:cxnLst/>
                <a:rect l="l" t="t" r="r" b="b"/>
                <a:pathLst>
                  <a:path w="104648" h="452755">
                    <a:moveTo>
                      <a:pt x="0" y="0"/>
                    </a:moveTo>
                    <a:lnTo>
                      <a:pt x="104648" y="0"/>
                    </a:lnTo>
                    <a:lnTo>
                      <a:pt x="104648" y="452755"/>
                    </a:lnTo>
                    <a:lnTo>
                      <a:pt x="0" y="452755"/>
                    </a:lnTo>
                    <a:close/>
                  </a:path>
                </a:pathLst>
              </a:custGeom>
              <a:solidFill>
                <a:srgbClr val="FFFFFF"/>
              </a:solidFill>
            </p:spPr>
          </p:sp>
          <p:sp>
            <p:nvSpPr>
              <p:cNvPr id="23" name="Freeform 13">
                <a:extLst>
                  <a:ext uri="{FF2B5EF4-FFF2-40B4-BE49-F238E27FC236}">
                    <a16:creationId xmlns:a16="http://schemas.microsoft.com/office/drawing/2014/main" id="{D80E7767-6EF9-4DA0-AD2B-0F43BD5FE171}"/>
                  </a:ext>
                </a:extLst>
              </p:cNvPr>
              <p:cNvSpPr/>
              <p:nvPr/>
            </p:nvSpPr>
            <p:spPr>
              <a:xfrm>
                <a:off x="1414653" y="70358"/>
                <a:ext cx="395605" cy="453009"/>
              </a:xfrm>
              <a:custGeom>
                <a:avLst/>
                <a:gdLst/>
                <a:ahLst/>
                <a:cxnLst/>
                <a:rect l="l" t="t" r="r" b="b"/>
                <a:pathLst>
                  <a:path w="395605" h="453009">
                    <a:moveTo>
                      <a:pt x="104648" y="241808"/>
                    </a:moveTo>
                    <a:lnTo>
                      <a:pt x="108204" y="246253"/>
                    </a:lnTo>
                    <a:lnTo>
                      <a:pt x="241808" y="418465"/>
                    </a:lnTo>
                    <a:cubicBezTo>
                      <a:pt x="258826" y="440436"/>
                      <a:pt x="284480" y="453009"/>
                      <a:pt x="312293" y="453009"/>
                    </a:cubicBezTo>
                    <a:lnTo>
                      <a:pt x="395605" y="453009"/>
                    </a:lnTo>
                    <a:lnTo>
                      <a:pt x="204089" y="209423"/>
                    </a:lnTo>
                    <a:lnTo>
                      <a:pt x="201295" y="205867"/>
                    </a:lnTo>
                    <a:lnTo>
                      <a:pt x="204089" y="202311"/>
                    </a:lnTo>
                    <a:lnTo>
                      <a:pt x="361569" y="0"/>
                    </a:lnTo>
                    <a:lnTo>
                      <a:pt x="252730" y="0"/>
                    </a:lnTo>
                    <a:lnTo>
                      <a:pt x="108331" y="195072"/>
                    </a:lnTo>
                    <a:lnTo>
                      <a:pt x="104648" y="199771"/>
                    </a:lnTo>
                    <a:lnTo>
                      <a:pt x="104648" y="191643"/>
                    </a:lnTo>
                    <a:lnTo>
                      <a:pt x="104648" y="0"/>
                    </a:lnTo>
                    <a:lnTo>
                      <a:pt x="0" y="0"/>
                    </a:lnTo>
                    <a:lnTo>
                      <a:pt x="0" y="452755"/>
                    </a:lnTo>
                    <a:lnTo>
                      <a:pt x="104648" y="452755"/>
                    </a:lnTo>
                    <a:lnTo>
                      <a:pt x="104648" y="249809"/>
                    </a:lnTo>
                    <a:close/>
                  </a:path>
                </a:pathLst>
              </a:custGeom>
              <a:solidFill>
                <a:srgbClr val="FFFFFF"/>
              </a:solidFill>
            </p:spPr>
          </p:sp>
          <p:sp>
            <p:nvSpPr>
              <p:cNvPr id="24" name="Freeform 14">
                <a:extLst>
                  <a:ext uri="{FF2B5EF4-FFF2-40B4-BE49-F238E27FC236}">
                    <a16:creationId xmlns:a16="http://schemas.microsoft.com/office/drawing/2014/main" id="{AADFDA4D-F481-4742-88E9-0837481F5F14}"/>
                  </a:ext>
                </a:extLst>
              </p:cNvPr>
              <p:cNvSpPr/>
              <p:nvPr/>
            </p:nvSpPr>
            <p:spPr>
              <a:xfrm>
                <a:off x="964565" y="70485"/>
                <a:ext cx="383032" cy="452755"/>
              </a:xfrm>
              <a:custGeom>
                <a:avLst/>
                <a:gdLst/>
                <a:ahLst/>
                <a:cxnLst/>
                <a:rect l="l" t="t" r="r" b="b"/>
                <a:pathLst>
                  <a:path w="383032" h="452755">
                    <a:moveTo>
                      <a:pt x="104521" y="207264"/>
                    </a:moveTo>
                    <a:lnTo>
                      <a:pt x="165481" y="207264"/>
                    </a:lnTo>
                    <a:cubicBezTo>
                      <a:pt x="187452" y="207264"/>
                      <a:pt x="204089" y="201295"/>
                      <a:pt x="215138" y="189357"/>
                    </a:cubicBezTo>
                    <a:cubicBezTo>
                      <a:pt x="226060" y="177673"/>
                      <a:pt x="231648" y="162433"/>
                      <a:pt x="231648" y="144018"/>
                    </a:cubicBezTo>
                    <a:cubicBezTo>
                      <a:pt x="231648" y="125222"/>
                      <a:pt x="226314" y="109728"/>
                      <a:pt x="215646" y="98044"/>
                    </a:cubicBezTo>
                    <a:cubicBezTo>
                      <a:pt x="204851" y="86106"/>
                      <a:pt x="187960" y="80137"/>
                      <a:pt x="165481" y="80137"/>
                    </a:cubicBezTo>
                    <a:lnTo>
                      <a:pt x="104521" y="80137"/>
                    </a:lnTo>
                    <a:close/>
                    <a:moveTo>
                      <a:pt x="313690" y="452755"/>
                    </a:moveTo>
                    <a:cubicBezTo>
                      <a:pt x="282702" y="452755"/>
                      <a:pt x="253492" y="436245"/>
                      <a:pt x="237490" y="409829"/>
                    </a:cubicBezTo>
                    <a:lnTo>
                      <a:pt x="156083" y="275336"/>
                    </a:lnTo>
                    <a:lnTo>
                      <a:pt x="104521" y="275336"/>
                    </a:lnTo>
                    <a:lnTo>
                      <a:pt x="104521" y="452628"/>
                    </a:lnTo>
                    <a:lnTo>
                      <a:pt x="0" y="452628"/>
                    </a:lnTo>
                    <a:lnTo>
                      <a:pt x="0" y="0"/>
                    </a:lnTo>
                    <a:lnTo>
                      <a:pt x="186309" y="0"/>
                    </a:lnTo>
                    <a:cubicBezTo>
                      <a:pt x="234188" y="0"/>
                      <a:pt x="271653" y="12446"/>
                      <a:pt x="297815" y="37084"/>
                    </a:cubicBezTo>
                    <a:cubicBezTo>
                      <a:pt x="323977" y="61722"/>
                      <a:pt x="337058" y="95377"/>
                      <a:pt x="337058" y="137160"/>
                    </a:cubicBezTo>
                    <a:cubicBezTo>
                      <a:pt x="337058" y="158369"/>
                      <a:pt x="331343" y="179959"/>
                      <a:pt x="320167" y="201168"/>
                    </a:cubicBezTo>
                    <a:cubicBezTo>
                      <a:pt x="309118" y="221996"/>
                      <a:pt x="289687" y="239014"/>
                      <a:pt x="262128" y="251841"/>
                    </a:cubicBezTo>
                    <a:lnTo>
                      <a:pt x="256032" y="254635"/>
                    </a:lnTo>
                    <a:lnTo>
                      <a:pt x="383032" y="452501"/>
                    </a:lnTo>
                    <a:close/>
                  </a:path>
                </a:pathLst>
              </a:custGeom>
              <a:solidFill>
                <a:srgbClr val="FFFFFF"/>
              </a:solidFill>
            </p:spPr>
          </p:sp>
          <p:sp>
            <p:nvSpPr>
              <p:cNvPr id="25" name="Freeform 15">
                <a:extLst>
                  <a:ext uri="{FF2B5EF4-FFF2-40B4-BE49-F238E27FC236}">
                    <a16:creationId xmlns:a16="http://schemas.microsoft.com/office/drawing/2014/main" id="{8197C88D-BEBF-4303-80F1-5BB55219393D}"/>
                  </a:ext>
                </a:extLst>
              </p:cNvPr>
              <p:cNvSpPr/>
              <p:nvPr/>
            </p:nvSpPr>
            <p:spPr>
              <a:xfrm>
                <a:off x="2058162" y="63500"/>
                <a:ext cx="303276" cy="466217"/>
              </a:xfrm>
              <a:custGeom>
                <a:avLst/>
                <a:gdLst/>
                <a:ahLst/>
                <a:cxnLst/>
                <a:rect l="l" t="t" r="r" b="b"/>
                <a:pathLst>
                  <a:path w="303276" h="466217">
                    <a:moveTo>
                      <a:pt x="0" y="440436"/>
                    </a:moveTo>
                    <a:lnTo>
                      <a:pt x="0" y="353695"/>
                    </a:lnTo>
                    <a:cubicBezTo>
                      <a:pt x="33274" y="369062"/>
                      <a:pt x="76200" y="384302"/>
                      <a:pt x="120523" y="384302"/>
                    </a:cubicBezTo>
                    <a:cubicBezTo>
                      <a:pt x="171577" y="384302"/>
                      <a:pt x="197485" y="366776"/>
                      <a:pt x="197485" y="333248"/>
                    </a:cubicBezTo>
                    <a:cubicBezTo>
                      <a:pt x="197485" y="293878"/>
                      <a:pt x="162687" y="289433"/>
                      <a:pt x="93218" y="259588"/>
                    </a:cubicBezTo>
                    <a:cubicBezTo>
                      <a:pt x="45847" y="238379"/>
                      <a:pt x="762" y="205613"/>
                      <a:pt x="762" y="129794"/>
                    </a:cubicBezTo>
                    <a:cubicBezTo>
                      <a:pt x="762" y="41529"/>
                      <a:pt x="68072" y="0"/>
                      <a:pt x="161290" y="0"/>
                    </a:cubicBezTo>
                    <a:cubicBezTo>
                      <a:pt x="210820" y="0"/>
                      <a:pt x="252984" y="11684"/>
                      <a:pt x="276733" y="20447"/>
                    </a:cubicBezTo>
                    <a:lnTo>
                      <a:pt x="276733" y="105029"/>
                    </a:lnTo>
                    <a:cubicBezTo>
                      <a:pt x="252984" y="94107"/>
                      <a:pt x="210947" y="81026"/>
                      <a:pt x="168656" y="81026"/>
                    </a:cubicBezTo>
                    <a:cubicBezTo>
                      <a:pt x="122809" y="81026"/>
                      <a:pt x="101346" y="97790"/>
                      <a:pt x="101346" y="127000"/>
                    </a:cubicBezTo>
                    <a:cubicBezTo>
                      <a:pt x="101346" y="157607"/>
                      <a:pt x="127254" y="167132"/>
                      <a:pt x="173863" y="184658"/>
                    </a:cubicBezTo>
                    <a:cubicBezTo>
                      <a:pt x="233807" y="214503"/>
                      <a:pt x="303276" y="227711"/>
                      <a:pt x="303276" y="329819"/>
                    </a:cubicBezTo>
                    <a:cubicBezTo>
                      <a:pt x="303276" y="418084"/>
                      <a:pt x="233045" y="466217"/>
                      <a:pt x="139065" y="466217"/>
                    </a:cubicBezTo>
                    <a:cubicBezTo>
                      <a:pt x="81407" y="466217"/>
                      <a:pt x="35560" y="456057"/>
                      <a:pt x="0" y="440690"/>
                    </a:cubicBezTo>
                  </a:path>
                </a:pathLst>
              </a:custGeom>
              <a:solidFill>
                <a:srgbClr val="FFFFFF"/>
              </a:solidFill>
            </p:spPr>
          </p:sp>
        </p:grpSp>
        <p:grpSp>
          <p:nvGrpSpPr>
            <p:cNvPr id="8" name="Group 16">
              <a:extLst>
                <a:ext uri="{FF2B5EF4-FFF2-40B4-BE49-F238E27FC236}">
                  <a16:creationId xmlns:a16="http://schemas.microsoft.com/office/drawing/2014/main" id="{AF17E8A2-F006-4126-8EE1-968515C94F17}"/>
                </a:ext>
              </a:extLst>
            </p:cNvPr>
            <p:cNvGrpSpPr>
              <a:grpSpLocks noChangeAspect="1"/>
            </p:cNvGrpSpPr>
            <p:nvPr/>
          </p:nvGrpSpPr>
          <p:grpSpPr>
            <a:xfrm>
              <a:off x="2945722" y="224424"/>
              <a:ext cx="2833895" cy="381901"/>
              <a:chOff x="0" y="0"/>
              <a:chExt cx="4390568" cy="591680"/>
            </a:xfrm>
          </p:grpSpPr>
          <p:sp>
            <p:nvSpPr>
              <p:cNvPr id="9" name="Freeform 17">
                <a:extLst>
                  <a:ext uri="{FF2B5EF4-FFF2-40B4-BE49-F238E27FC236}">
                    <a16:creationId xmlns:a16="http://schemas.microsoft.com/office/drawing/2014/main" id="{88299F4C-A159-48FB-8A70-1C8F176B918C}"/>
                  </a:ext>
                </a:extLst>
              </p:cNvPr>
              <p:cNvSpPr/>
              <p:nvPr/>
            </p:nvSpPr>
            <p:spPr>
              <a:xfrm>
                <a:off x="1788795" y="69596"/>
                <a:ext cx="398907" cy="452628"/>
              </a:xfrm>
              <a:custGeom>
                <a:avLst/>
                <a:gdLst/>
                <a:ahLst/>
                <a:cxnLst/>
                <a:rect l="l" t="t" r="r" b="b"/>
                <a:pathLst>
                  <a:path w="398907" h="452628">
                    <a:moveTo>
                      <a:pt x="0" y="0"/>
                    </a:moveTo>
                    <a:lnTo>
                      <a:pt x="64770" y="0"/>
                    </a:lnTo>
                    <a:cubicBezTo>
                      <a:pt x="95504" y="0"/>
                      <a:pt x="124206" y="15875"/>
                      <a:pt x="140462" y="42037"/>
                    </a:cubicBezTo>
                    <a:lnTo>
                      <a:pt x="266700" y="244856"/>
                    </a:lnTo>
                    <a:cubicBezTo>
                      <a:pt x="280924" y="267335"/>
                      <a:pt x="297561" y="297180"/>
                      <a:pt x="307213" y="318262"/>
                    </a:cubicBezTo>
                    <a:lnTo>
                      <a:pt x="309499" y="318262"/>
                    </a:lnTo>
                    <a:cubicBezTo>
                      <a:pt x="307975" y="297942"/>
                      <a:pt x="307213" y="269494"/>
                      <a:pt x="307213" y="249301"/>
                    </a:cubicBezTo>
                    <a:lnTo>
                      <a:pt x="307213" y="0"/>
                    </a:lnTo>
                    <a:lnTo>
                      <a:pt x="398907" y="0"/>
                    </a:lnTo>
                    <a:lnTo>
                      <a:pt x="398907" y="452628"/>
                    </a:lnTo>
                    <a:lnTo>
                      <a:pt x="284226" y="452628"/>
                    </a:lnTo>
                    <a:lnTo>
                      <a:pt x="130810" y="207772"/>
                    </a:lnTo>
                    <a:cubicBezTo>
                      <a:pt x="116586" y="185293"/>
                      <a:pt x="101473" y="158369"/>
                      <a:pt x="90932" y="138049"/>
                    </a:cubicBezTo>
                    <a:lnTo>
                      <a:pt x="89408" y="138049"/>
                    </a:lnTo>
                    <a:cubicBezTo>
                      <a:pt x="90170" y="157607"/>
                      <a:pt x="91694" y="180975"/>
                      <a:pt x="91694" y="202692"/>
                    </a:cubicBezTo>
                    <a:lnTo>
                      <a:pt x="91694" y="452628"/>
                    </a:lnTo>
                    <a:lnTo>
                      <a:pt x="0" y="452628"/>
                    </a:lnTo>
                    <a:close/>
                  </a:path>
                </a:pathLst>
              </a:custGeom>
              <a:solidFill>
                <a:srgbClr val="FFFFFF"/>
              </a:solidFill>
            </p:spPr>
          </p:sp>
          <p:sp>
            <p:nvSpPr>
              <p:cNvPr id="10" name="Freeform 18">
                <a:extLst>
                  <a:ext uri="{FF2B5EF4-FFF2-40B4-BE49-F238E27FC236}">
                    <a16:creationId xmlns:a16="http://schemas.microsoft.com/office/drawing/2014/main" id="{3EA3736A-06B3-4A71-A2AB-4AA37D1662EB}"/>
                  </a:ext>
                </a:extLst>
              </p:cNvPr>
              <p:cNvSpPr/>
              <p:nvPr/>
            </p:nvSpPr>
            <p:spPr>
              <a:xfrm>
                <a:off x="2260473"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11" name="Freeform 19">
                <a:extLst>
                  <a:ext uri="{FF2B5EF4-FFF2-40B4-BE49-F238E27FC236}">
                    <a16:creationId xmlns:a16="http://schemas.microsoft.com/office/drawing/2014/main" id="{52337C49-9D27-4358-9A65-8EB230451C04}"/>
                  </a:ext>
                </a:extLst>
              </p:cNvPr>
              <p:cNvSpPr/>
              <p:nvPr/>
            </p:nvSpPr>
            <p:spPr>
              <a:xfrm>
                <a:off x="3029331"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12" name="Freeform 20">
                <a:extLst>
                  <a:ext uri="{FF2B5EF4-FFF2-40B4-BE49-F238E27FC236}">
                    <a16:creationId xmlns:a16="http://schemas.microsoft.com/office/drawing/2014/main" id="{5F04B2BE-175F-4B2F-AC0F-E3DF8F891F55}"/>
                  </a:ext>
                </a:extLst>
              </p:cNvPr>
              <p:cNvSpPr/>
              <p:nvPr/>
            </p:nvSpPr>
            <p:spPr>
              <a:xfrm>
                <a:off x="2748534" y="69469"/>
                <a:ext cx="271526" cy="452628"/>
              </a:xfrm>
              <a:custGeom>
                <a:avLst/>
                <a:gdLst/>
                <a:ahLst/>
                <a:cxnLst/>
                <a:rect l="l" t="t" r="r" b="b"/>
                <a:pathLst>
                  <a:path w="271526" h="452628">
                    <a:moveTo>
                      <a:pt x="0" y="452628"/>
                    </a:moveTo>
                    <a:lnTo>
                      <a:pt x="0" y="0"/>
                    </a:lnTo>
                    <a:lnTo>
                      <a:pt x="50800" y="0"/>
                    </a:lnTo>
                    <a:cubicBezTo>
                      <a:pt x="80518" y="0"/>
                      <a:pt x="104521" y="24130"/>
                      <a:pt x="104521" y="53721"/>
                    </a:cubicBezTo>
                    <a:lnTo>
                      <a:pt x="104521" y="371094"/>
                    </a:lnTo>
                    <a:lnTo>
                      <a:pt x="271526" y="371094"/>
                    </a:lnTo>
                    <a:lnTo>
                      <a:pt x="271526" y="452628"/>
                    </a:lnTo>
                    <a:close/>
                  </a:path>
                </a:pathLst>
              </a:custGeom>
              <a:solidFill>
                <a:srgbClr val="FFFFFF"/>
              </a:solidFill>
            </p:spPr>
          </p:sp>
          <p:sp>
            <p:nvSpPr>
              <p:cNvPr id="13" name="Freeform 21">
                <a:extLst>
                  <a:ext uri="{FF2B5EF4-FFF2-40B4-BE49-F238E27FC236}">
                    <a16:creationId xmlns:a16="http://schemas.microsoft.com/office/drawing/2014/main" id="{019C3958-2266-40F7-9C94-EE0F7B65AA8A}"/>
                  </a:ext>
                </a:extLst>
              </p:cNvPr>
              <p:cNvSpPr/>
              <p:nvPr/>
            </p:nvSpPr>
            <p:spPr>
              <a:xfrm>
                <a:off x="3512058" y="63500"/>
                <a:ext cx="383159" cy="464693"/>
              </a:xfrm>
              <a:custGeom>
                <a:avLst/>
                <a:gdLst/>
                <a:ahLst/>
                <a:cxnLst/>
                <a:rect l="l" t="t" r="r" b="b"/>
                <a:pathLst>
                  <a:path w="383159" h="464693">
                    <a:moveTo>
                      <a:pt x="127" y="237744"/>
                    </a:moveTo>
                    <a:cubicBezTo>
                      <a:pt x="127" y="111252"/>
                      <a:pt x="69215" y="0"/>
                      <a:pt x="232791" y="0"/>
                    </a:cubicBezTo>
                    <a:cubicBezTo>
                      <a:pt x="291719" y="0"/>
                      <a:pt x="330200" y="10160"/>
                      <a:pt x="360045" y="23241"/>
                    </a:cubicBezTo>
                    <a:lnTo>
                      <a:pt x="360045" y="108331"/>
                    </a:lnTo>
                    <a:cubicBezTo>
                      <a:pt x="324358" y="91567"/>
                      <a:pt x="286639" y="82169"/>
                      <a:pt x="237871" y="82169"/>
                    </a:cubicBezTo>
                    <a:cubicBezTo>
                      <a:pt x="149860" y="82169"/>
                      <a:pt x="105537" y="137414"/>
                      <a:pt x="105537" y="237744"/>
                    </a:cubicBezTo>
                    <a:cubicBezTo>
                      <a:pt x="105537" y="335153"/>
                      <a:pt x="152019" y="384683"/>
                      <a:pt x="234950" y="384683"/>
                    </a:cubicBezTo>
                    <a:cubicBezTo>
                      <a:pt x="257556" y="384683"/>
                      <a:pt x="272034" y="381762"/>
                      <a:pt x="287274" y="376682"/>
                    </a:cubicBezTo>
                    <a:lnTo>
                      <a:pt x="287274" y="287147"/>
                    </a:lnTo>
                    <a:lnTo>
                      <a:pt x="254889" y="287147"/>
                    </a:lnTo>
                    <a:cubicBezTo>
                      <a:pt x="233807" y="287147"/>
                      <a:pt x="216662" y="270002"/>
                      <a:pt x="216662" y="248920"/>
                    </a:cubicBezTo>
                    <a:lnTo>
                      <a:pt x="216662" y="212344"/>
                    </a:lnTo>
                    <a:lnTo>
                      <a:pt x="383159" y="212344"/>
                    </a:lnTo>
                    <a:lnTo>
                      <a:pt x="383159" y="437769"/>
                    </a:lnTo>
                    <a:cubicBezTo>
                      <a:pt x="343916" y="451612"/>
                      <a:pt x="297306" y="464693"/>
                      <a:pt x="229743" y="464693"/>
                    </a:cubicBezTo>
                    <a:cubicBezTo>
                      <a:pt x="80645" y="464693"/>
                      <a:pt x="0" y="372364"/>
                      <a:pt x="0" y="237871"/>
                    </a:cubicBezTo>
                  </a:path>
                </a:pathLst>
              </a:custGeom>
              <a:solidFill>
                <a:srgbClr val="FFFFFF"/>
              </a:solidFill>
            </p:spPr>
          </p:sp>
          <p:sp>
            <p:nvSpPr>
              <p:cNvPr id="14" name="Freeform 22">
                <a:extLst>
                  <a:ext uri="{FF2B5EF4-FFF2-40B4-BE49-F238E27FC236}">
                    <a16:creationId xmlns:a16="http://schemas.microsoft.com/office/drawing/2014/main" id="{D43BCBA9-415C-4090-9A01-F246AFAB4D57}"/>
                  </a:ext>
                </a:extLst>
              </p:cNvPr>
              <p:cNvSpPr/>
              <p:nvPr/>
            </p:nvSpPr>
            <p:spPr>
              <a:xfrm>
                <a:off x="63500" y="69469"/>
                <a:ext cx="351282" cy="452755"/>
              </a:xfrm>
              <a:custGeom>
                <a:avLst/>
                <a:gdLst/>
                <a:ahLst/>
                <a:cxnLst/>
                <a:rect l="l" t="t" r="r" b="b"/>
                <a:pathLst>
                  <a:path w="351282" h="452755">
                    <a:moveTo>
                      <a:pt x="123063" y="452755"/>
                    </a:moveTo>
                    <a:lnTo>
                      <a:pt x="123063" y="84582"/>
                    </a:lnTo>
                    <a:lnTo>
                      <a:pt x="0" y="84582"/>
                    </a:lnTo>
                    <a:lnTo>
                      <a:pt x="0" y="0"/>
                    </a:lnTo>
                    <a:lnTo>
                      <a:pt x="351282" y="0"/>
                    </a:lnTo>
                    <a:lnTo>
                      <a:pt x="351282" y="40513"/>
                    </a:lnTo>
                    <a:cubicBezTo>
                      <a:pt x="351282" y="64770"/>
                      <a:pt x="331597" y="84455"/>
                      <a:pt x="307340" y="84455"/>
                    </a:cubicBezTo>
                    <a:lnTo>
                      <a:pt x="227584" y="84455"/>
                    </a:lnTo>
                    <a:lnTo>
                      <a:pt x="227584" y="452755"/>
                    </a:lnTo>
                    <a:close/>
                  </a:path>
                </a:pathLst>
              </a:custGeom>
              <a:solidFill>
                <a:srgbClr val="FFFFFF"/>
              </a:solidFill>
            </p:spPr>
          </p:sp>
          <p:sp>
            <p:nvSpPr>
              <p:cNvPr id="15" name="Freeform 23">
                <a:extLst>
                  <a:ext uri="{FF2B5EF4-FFF2-40B4-BE49-F238E27FC236}">
                    <a16:creationId xmlns:a16="http://schemas.microsoft.com/office/drawing/2014/main" id="{36FF33B3-3698-439A-AFB6-58F2718A79E8}"/>
                  </a:ext>
                </a:extLst>
              </p:cNvPr>
              <p:cNvSpPr/>
              <p:nvPr/>
            </p:nvSpPr>
            <p:spPr>
              <a:xfrm>
                <a:off x="488950" y="69469"/>
                <a:ext cx="283464" cy="452755"/>
              </a:xfrm>
              <a:custGeom>
                <a:avLst/>
                <a:gdLst/>
                <a:ahLst/>
                <a:cxnLst/>
                <a:rect l="l" t="t" r="r" b="b"/>
                <a:pathLst>
                  <a:path w="283464" h="452755">
                    <a:moveTo>
                      <a:pt x="0" y="452755"/>
                    </a:moveTo>
                    <a:lnTo>
                      <a:pt x="0" y="0"/>
                    </a:lnTo>
                    <a:lnTo>
                      <a:pt x="283464" y="0"/>
                    </a:lnTo>
                    <a:lnTo>
                      <a:pt x="283464" y="41021"/>
                    </a:lnTo>
                    <a:cubicBezTo>
                      <a:pt x="283464" y="65024"/>
                      <a:pt x="264033" y="84455"/>
                      <a:pt x="240030" y="84455"/>
                    </a:cubicBezTo>
                    <a:lnTo>
                      <a:pt x="104521" y="84455"/>
                    </a:lnTo>
                    <a:lnTo>
                      <a:pt x="104521" y="181864"/>
                    </a:lnTo>
                    <a:lnTo>
                      <a:pt x="256667" y="181864"/>
                    </a:lnTo>
                    <a:lnTo>
                      <a:pt x="256667" y="257429"/>
                    </a:lnTo>
                    <a:lnTo>
                      <a:pt x="104521" y="257429"/>
                    </a:lnTo>
                    <a:lnTo>
                      <a:pt x="104521" y="368173"/>
                    </a:lnTo>
                    <a:lnTo>
                      <a:pt x="283464" y="368173"/>
                    </a:lnTo>
                    <a:lnTo>
                      <a:pt x="283464" y="452628"/>
                    </a:lnTo>
                    <a:close/>
                  </a:path>
                </a:pathLst>
              </a:custGeom>
              <a:solidFill>
                <a:srgbClr val="FFFFFF"/>
              </a:solidFill>
            </p:spPr>
          </p:sp>
          <p:sp>
            <p:nvSpPr>
              <p:cNvPr id="16" name="Freeform 24">
                <a:extLst>
                  <a:ext uri="{FF2B5EF4-FFF2-40B4-BE49-F238E27FC236}">
                    <a16:creationId xmlns:a16="http://schemas.microsoft.com/office/drawing/2014/main" id="{5AFB44FB-FDF6-43DD-8FDE-3FE82C330907}"/>
                  </a:ext>
                </a:extLst>
              </p:cNvPr>
              <p:cNvSpPr/>
              <p:nvPr/>
            </p:nvSpPr>
            <p:spPr>
              <a:xfrm>
                <a:off x="846201" y="63627"/>
                <a:ext cx="335153" cy="464439"/>
              </a:xfrm>
              <a:custGeom>
                <a:avLst/>
                <a:gdLst/>
                <a:ahLst/>
                <a:cxnLst/>
                <a:rect l="l" t="t" r="r" b="b"/>
                <a:pathLst>
                  <a:path w="335153" h="464439">
                    <a:moveTo>
                      <a:pt x="0" y="237744"/>
                    </a:moveTo>
                    <a:cubicBezTo>
                      <a:pt x="0" y="107569"/>
                      <a:pt x="69850" y="0"/>
                      <a:pt x="218186" y="0"/>
                    </a:cubicBezTo>
                    <a:cubicBezTo>
                      <a:pt x="272669" y="0"/>
                      <a:pt x="306832" y="10922"/>
                      <a:pt x="330200" y="20320"/>
                    </a:cubicBezTo>
                    <a:lnTo>
                      <a:pt x="330200" y="106807"/>
                    </a:lnTo>
                    <a:cubicBezTo>
                      <a:pt x="308356" y="93726"/>
                      <a:pt x="274193" y="83566"/>
                      <a:pt x="229108" y="83566"/>
                    </a:cubicBezTo>
                    <a:cubicBezTo>
                      <a:pt x="149098" y="83566"/>
                      <a:pt x="105537" y="136652"/>
                      <a:pt x="105537" y="237744"/>
                    </a:cubicBezTo>
                    <a:cubicBezTo>
                      <a:pt x="105410" y="330073"/>
                      <a:pt x="153416" y="380873"/>
                      <a:pt x="231902" y="380873"/>
                    </a:cubicBezTo>
                    <a:cubicBezTo>
                      <a:pt x="276987" y="380873"/>
                      <a:pt x="308991" y="369951"/>
                      <a:pt x="335153" y="353949"/>
                    </a:cubicBezTo>
                    <a:lnTo>
                      <a:pt x="335153" y="442595"/>
                    </a:lnTo>
                    <a:cubicBezTo>
                      <a:pt x="305308" y="455676"/>
                      <a:pt x="274828" y="464439"/>
                      <a:pt x="219583" y="464439"/>
                    </a:cubicBezTo>
                    <a:cubicBezTo>
                      <a:pt x="74168" y="464439"/>
                      <a:pt x="0" y="367030"/>
                      <a:pt x="0" y="237617"/>
                    </a:cubicBezTo>
                  </a:path>
                </a:pathLst>
              </a:custGeom>
              <a:solidFill>
                <a:srgbClr val="FFFFFF"/>
              </a:solidFill>
            </p:spPr>
          </p:sp>
          <p:sp>
            <p:nvSpPr>
              <p:cNvPr id="17" name="Freeform 25">
                <a:extLst>
                  <a:ext uri="{FF2B5EF4-FFF2-40B4-BE49-F238E27FC236}">
                    <a16:creationId xmlns:a16="http://schemas.microsoft.com/office/drawing/2014/main" id="{83EB4869-5135-4EEE-B1A6-1BBAE79AF846}"/>
                  </a:ext>
                </a:extLst>
              </p:cNvPr>
              <p:cNvSpPr/>
              <p:nvPr/>
            </p:nvSpPr>
            <p:spPr>
              <a:xfrm>
                <a:off x="1273810" y="69469"/>
                <a:ext cx="400558" cy="452628"/>
              </a:xfrm>
              <a:custGeom>
                <a:avLst/>
                <a:gdLst/>
                <a:ahLst/>
                <a:cxnLst/>
                <a:rect l="l" t="t" r="r" b="b"/>
                <a:pathLst>
                  <a:path w="400558" h="452628">
                    <a:moveTo>
                      <a:pt x="295148" y="452628"/>
                    </a:moveTo>
                    <a:lnTo>
                      <a:pt x="295148" y="262636"/>
                    </a:lnTo>
                    <a:lnTo>
                      <a:pt x="104648" y="262636"/>
                    </a:lnTo>
                    <a:lnTo>
                      <a:pt x="104648" y="452628"/>
                    </a:lnTo>
                    <a:lnTo>
                      <a:pt x="0" y="452628"/>
                    </a:lnTo>
                    <a:lnTo>
                      <a:pt x="0" y="0"/>
                    </a:lnTo>
                    <a:lnTo>
                      <a:pt x="104648" y="0"/>
                    </a:lnTo>
                    <a:lnTo>
                      <a:pt x="104648" y="180340"/>
                    </a:lnTo>
                    <a:lnTo>
                      <a:pt x="295148" y="180340"/>
                    </a:lnTo>
                    <a:lnTo>
                      <a:pt x="295148" y="0"/>
                    </a:lnTo>
                    <a:lnTo>
                      <a:pt x="400558" y="0"/>
                    </a:lnTo>
                    <a:lnTo>
                      <a:pt x="400558" y="452628"/>
                    </a:lnTo>
                    <a:close/>
                  </a:path>
                </a:pathLst>
              </a:custGeom>
              <a:solidFill>
                <a:srgbClr val="FFFFFF"/>
              </a:solidFill>
            </p:spPr>
          </p:sp>
          <p:sp>
            <p:nvSpPr>
              <p:cNvPr id="18" name="Freeform 26">
                <a:extLst>
                  <a:ext uri="{FF2B5EF4-FFF2-40B4-BE49-F238E27FC236}">
                    <a16:creationId xmlns:a16="http://schemas.microsoft.com/office/drawing/2014/main" id="{14F47E6A-BF98-4E4E-8384-C31196A320E4}"/>
                  </a:ext>
                </a:extLst>
              </p:cNvPr>
              <p:cNvSpPr/>
              <p:nvPr/>
            </p:nvSpPr>
            <p:spPr>
              <a:xfrm>
                <a:off x="3915664" y="69469"/>
                <a:ext cx="411480" cy="452755"/>
              </a:xfrm>
              <a:custGeom>
                <a:avLst/>
                <a:gdLst/>
                <a:ahLst/>
                <a:cxnLst/>
                <a:rect l="l" t="t" r="r" b="b"/>
                <a:pathLst>
                  <a:path w="411480" h="452755">
                    <a:moveTo>
                      <a:pt x="152400" y="452628"/>
                    </a:moveTo>
                    <a:lnTo>
                      <a:pt x="152400" y="278384"/>
                    </a:lnTo>
                    <a:lnTo>
                      <a:pt x="0" y="0"/>
                    </a:lnTo>
                    <a:lnTo>
                      <a:pt x="87122" y="0"/>
                    </a:lnTo>
                    <a:cubicBezTo>
                      <a:pt x="104648" y="0"/>
                      <a:pt x="120650" y="9906"/>
                      <a:pt x="128524" y="25527"/>
                    </a:cubicBezTo>
                    <a:lnTo>
                      <a:pt x="212344" y="192405"/>
                    </a:lnTo>
                    <a:lnTo>
                      <a:pt x="305816" y="0"/>
                    </a:lnTo>
                    <a:lnTo>
                      <a:pt x="411480" y="0"/>
                    </a:lnTo>
                    <a:lnTo>
                      <a:pt x="258826" y="276352"/>
                    </a:lnTo>
                    <a:lnTo>
                      <a:pt x="258318" y="452755"/>
                    </a:lnTo>
                    <a:close/>
                  </a:path>
                </a:pathLst>
              </a:custGeom>
              <a:solidFill>
                <a:srgbClr val="FFFFFF"/>
              </a:solidFill>
            </p:spPr>
          </p:sp>
        </p:grpSp>
      </p:grpSp>
    </p:spTree>
    <p:extLst>
      <p:ext uri="{BB962C8B-B14F-4D97-AF65-F5344CB8AC3E}">
        <p14:creationId xmlns:p14="http://schemas.microsoft.com/office/powerpoint/2010/main" val="2395491339"/>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41F45-EEDE-461D-81BA-374B1697C1EE}"/>
              </a:ext>
            </a:extLst>
          </p:cNvPr>
          <p:cNvSpPr>
            <a:spLocks noGrp="1"/>
          </p:cNvSpPr>
          <p:nvPr>
            <p:ph type="title"/>
          </p:nvPr>
        </p:nvSpPr>
        <p:spPr/>
        <p:txBody>
          <a:bodyPr/>
          <a:lstStyle/>
          <a:p>
            <a:r>
              <a:rPr lang="en-US"/>
              <a:t>Click to edit Master title style</a:t>
            </a:r>
            <a:endParaRPr lang="tr-TR"/>
          </a:p>
        </p:txBody>
      </p:sp>
      <p:sp>
        <p:nvSpPr>
          <p:cNvPr id="3" name="Date Placeholder 2">
            <a:extLst>
              <a:ext uri="{FF2B5EF4-FFF2-40B4-BE49-F238E27FC236}">
                <a16:creationId xmlns:a16="http://schemas.microsoft.com/office/drawing/2014/main" id="{8C822803-75D0-4A8D-911D-7D6EBDA963D7}"/>
              </a:ext>
            </a:extLst>
          </p:cNvPr>
          <p:cNvSpPr>
            <a:spLocks noGrp="1"/>
          </p:cNvSpPr>
          <p:nvPr>
            <p:ph type="dt" sz="half" idx="10"/>
          </p:nvPr>
        </p:nvSpPr>
        <p:spPr/>
        <p:txBody>
          <a:bodyPr/>
          <a:lstStyle/>
          <a:p>
            <a:fld id="{1D8BD707-D9CF-40AE-B4C6-C98DA3205C09}" type="datetimeFigureOut">
              <a:rPr lang="en-US" smtClean="0"/>
              <a:pPr/>
              <a:t>4/22/2026</a:t>
            </a:fld>
            <a:endParaRPr lang="en-US"/>
          </a:p>
        </p:txBody>
      </p:sp>
      <p:sp>
        <p:nvSpPr>
          <p:cNvPr id="4" name="Footer Placeholder 3">
            <a:extLst>
              <a:ext uri="{FF2B5EF4-FFF2-40B4-BE49-F238E27FC236}">
                <a16:creationId xmlns:a16="http://schemas.microsoft.com/office/drawing/2014/main" id="{7DC60D32-6E6E-46A7-8C78-C5E3586FC4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9C7B3CB-7CE4-439A-980D-CC1ED0150A1B}"/>
              </a:ext>
            </a:extLst>
          </p:cNvPr>
          <p:cNvSpPr>
            <a:spLocks noGrp="1"/>
          </p:cNvSpPr>
          <p:nvPr>
            <p:ph type="sldNum" sz="quarter" idx="12"/>
          </p:nvPr>
        </p:nvSpPr>
        <p:spPr/>
        <p:txBody>
          <a:bodyPr/>
          <a:lstStyle/>
          <a:p>
            <a:fld id="{B6F15528-21DE-4FAA-801E-634DDDAF4B2B}" type="slidenum">
              <a:rPr lang="en-US" smtClean="0"/>
              <a:pPr/>
              <a:t>‹#›</a:t>
            </a:fld>
            <a:endParaRPr lang="en-US"/>
          </a:p>
        </p:txBody>
      </p:sp>
      <p:sp>
        <p:nvSpPr>
          <p:cNvPr id="6" name="Freeform 5">
            <a:extLst>
              <a:ext uri="{FF2B5EF4-FFF2-40B4-BE49-F238E27FC236}">
                <a16:creationId xmlns:a16="http://schemas.microsoft.com/office/drawing/2014/main" id="{ADF564DB-4017-4843-9CF7-B855D922DCF0}"/>
              </a:ext>
            </a:extLst>
          </p:cNvPr>
          <p:cNvSpPr/>
          <p:nvPr userDrawn="1"/>
        </p:nvSpPr>
        <p:spPr>
          <a:xfrm>
            <a:off x="0" y="-3810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7" name="TextBox 6">
            <a:extLst>
              <a:ext uri="{FF2B5EF4-FFF2-40B4-BE49-F238E27FC236}">
                <a16:creationId xmlns:a16="http://schemas.microsoft.com/office/drawing/2014/main" id="{0BF9E468-BDFC-449E-9EE9-43397B4C94D5}"/>
              </a:ext>
            </a:extLst>
          </p:cNvPr>
          <p:cNvSpPr txBox="1"/>
          <p:nvPr userDrawn="1"/>
        </p:nvSpPr>
        <p:spPr>
          <a:xfrm>
            <a:off x="8032786" y="4576762"/>
            <a:ext cx="9813902" cy="1095375"/>
          </a:xfrm>
          <a:prstGeom prst="rect">
            <a:avLst/>
          </a:prstGeom>
        </p:spPr>
        <p:txBody>
          <a:bodyPr lIns="0" tIns="0" rIns="0" bIns="0" rtlCol="0" anchor="t">
            <a:spAutoFit/>
          </a:bodyPr>
          <a:lstStyle/>
          <a:p>
            <a:pPr algn="ctr">
              <a:lnSpc>
                <a:spcPts val="8400"/>
              </a:lnSpc>
            </a:pPr>
            <a:r>
              <a:rPr lang="en-US" sz="6000" b="1" dirty="0">
                <a:solidFill>
                  <a:srgbClr val="FFFFFF"/>
                </a:solidFill>
                <a:latin typeface="Poppins Bold"/>
                <a:ea typeface="Poppins Bold"/>
                <a:cs typeface="Poppins Bold"/>
                <a:sym typeface="Poppins Bold"/>
              </a:rPr>
              <a:t>TEŞEKKÜRLER</a:t>
            </a:r>
          </a:p>
        </p:txBody>
      </p:sp>
      <p:grpSp>
        <p:nvGrpSpPr>
          <p:cNvPr id="8" name="Group 7">
            <a:extLst>
              <a:ext uri="{FF2B5EF4-FFF2-40B4-BE49-F238E27FC236}">
                <a16:creationId xmlns:a16="http://schemas.microsoft.com/office/drawing/2014/main" id="{C56FEF34-B9D9-4B74-9E58-11685F4B2409}"/>
              </a:ext>
            </a:extLst>
          </p:cNvPr>
          <p:cNvGrpSpPr/>
          <p:nvPr userDrawn="1"/>
        </p:nvGrpSpPr>
        <p:grpSpPr>
          <a:xfrm>
            <a:off x="6976643" y="9196504"/>
            <a:ext cx="4334713" cy="621106"/>
            <a:chOff x="0" y="0"/>
            <a:chExt cx="5779617" cy="828141"/>
          </a:xfrm>
        </p:grpSpPr>
        <p:grpSp>
          <p:nvGrpSpPr>
            <p:cNvPr id="9" name="Group 8">
              <a:extLst>
                <a:ext uri="{FF2B5EF4-FFF2-40B4-BE49-F238E27FC236}">
                  <a16:creationId xmlns:a16="http://schemas.microsoft.com/office/drawing/2014/main" id="{8ED5D178-457C-43E3-A617-241CF08CE22A}"/>
                </a:ext>
              </a:extLst>
            </p:cNvPr>
            <p:cNvGrpSpPr>
              <a:grpSpLocks noChangeAspect="1"/>
            </p:cNvGrpSpPr>
            <p:nvPr/>
          </p:nvGrpSpPr>
          <p:grpSpPr>
            <a:xfrm>
              <a:off x="0" y="0"/>
              <a:ext cx="828141" cy="828141"/>
              <a:chOff x="0" y="0"/>
              <a:chExt cx="1283043" cy="1283043"/>
            </a:xfrm>
          </p:grpSpPr>
          <p:sp>
            <p:nvSpPr>
              <p:cNvPr id="29" name="Freeform 9">
                <a:extLst>
                  <a:ext uri="{FF2B5EF4-FFF2-40B4-BE49-F238E27FC236}">
                    <a16:creationId xmlns:a16="http://schemas.microsoft.com/office/drawing/2014/main" id="{09FDC33F-3C85-4932-846B-6039458391C5}"/>
                  </a:ext>
                </a:extLst>
              </p:cNvPr>
              <p:cNvSpPr/>
              <p:nvPr/>
            </p:nvSpPr>
            <p:spPr>
              <a:xfrm>
                <a:off x="63500" y="63500"/>
                <a:ext cx="1156081" cy="1156081"/>
              </a:xfrm>
              <a:custGeom>
                <a:avLst/>
                <a:gdLst/>
                <a:ahLst/>
                <a:cxnLst/>
                <a:rect l="l" t="t" r="r" b="b"/>
                <a:pathLst>
                  <a:path w="1156081" h="1156081">
                    <a:moveTo>
                      <a:pt x="425450" y="590677"/>
                    </a:moveTo>
                    <a:cubicBezTo>
                      <a:pt x="473837" y="408813"/>
                      <a:pt x="418592" y="218186"/>
                      <a:pt x="286512" y="117094"/>
                    </a:cubicBezTo>
                    <a:cubicBezTo>
                      <a:pt x="106553" y="231013"/>
                      <a:pt x="2794" y="445262"/>
                      <a:pt x="40259" y="668401"/>
                    </a:cubicBezTo>
                    <a:cubicBezTo>
                      <a:pt x="52578" y="742188"/>
                      <a:pt x="79375" y="809879"/>
                      <a:pt x="116967" y="869315"/>
                    </a:cubicBezTo>
                    <a:cubicBezTo>
                      <a:pt x="257810" y="830199"/>
                      <a:pt x="381508" y="756031"/>
                      <a:pt x="425450" y="590677"/>
                    </a:cubicBezTo>
                    <a:moveTo>
                      <a:pt x="668274" y="1115695"/>
                    </a:moveTo>
                    <a:cubicBezTo>
                      <a:pt x="965327" y="1065784"/>
                      <a:pt x="1165479" y="784606"/>
                      <a:pt x="1115568" y="487680"/>
                    </a:cubicBezTo>
                    <a:cubicBezTo>
                      <a:pt x="1074166" y="240665"/>
                      <a:pt x="872617" y="60579"/>
                      <a:pt x="635127" y="35687"/>
                    </a:cubicBezTo>
                    <a:cubicBezTo>
                      <a:pt x="587121" y="30607"/>
                      <a:pt x="537591" y="32004"/>
                      <a:pt x="487680" y="40386"/>
                    </a:cubicBezTo>
                    <a:cubicBezTo>
                      <a:pt x="428498" y="50292"/>
                      <a:pt x="373253" y="69596"/>
                      <a:pt x="322961" y="96266"/>
                    </a:cubicBezTo>
                    <a:cubicBezTo>
                      <a:pt x="584708" y="185039"/>
                      <a:pt x="725424" y="320040"/>
                      <a:pt x="735203" y="458216"/>
                    </a:cubicBezTo>
                    <a:cubicBezTo>
                      <a:pt x="740029" y="543560"/>
                      <a:pt x="700278" y="605282"/>
                      <a:pt x="648208" y="655701"/>
                    </a:cubicBezTo>
                    <a:lnTo>
                      <a:pt x="1018286" y="629793"/>
                    </a:lnTo>
                    <a:cubicBezTo>
                      <a:pt x="1028827" y="629031"/>
                      <a:pt x="1032002" y="641223"/>
                      <a:pt x="1019302" y="644906"/>
                    </a:cubicBezTo>
                    <a:lnTo>
                      <a:pt x="136525" y="898017"/>
                    </a:lnTo>
                    <a:cubicBezTo>
                      <a:pt x="226314" y="1021715"/>
                      <a:pt x="366014" y="1104138"/>
                      <a:pt x="520827" y="1120267"/>
                    </a:cubicBezTo>
                    <a:cubicBezTo>
                      <a:pt x="568833" y="1125347"/>
                      <a:pt x="618363" y="1123950"/>
                      <a:pt x="668274" y="1115568"/>
                    </a:cubicBezTo>
                    <a:moveTo>
                      <a:pt x="638429" y="3175"/>
                    </a:moveTo>
                    <a:cubicBezTo>
                      <a:pt x="929259" y="33401"/>
                      <a:pt x="1155954" y="279146"/>
                      <a:pt x="1156081" y="577850"/>
                    </a:cubicBezTo>
                    <a:cubicBezTo>
                      <a:pt x="1156208" y="897128"/>
                      <a:pt x="897509" y="1155954"/>
                      <a:pt x="578231" y="1156081"/>
                    </a:cubicBezTo>
                    <a:cubicBezTo>
                      <a:pt x="258953" y="1156208"/>
                      <a:pt x="127" y="897382"/>
                      <a:pt x="0" y="578231"/>
                    </a:cubicBezTo>
                    <a:cubicBezTo>
                      <a:pt x="-127" y="259080"/>
                      <a:pt x="258572" y="127"/>
                      <a:pt x="577850" y="0"/>
                    </a:cubicBezTo>
                    <a:cubicBezTo>
                      <a:pt x="598297" y="0"/>
                      <a:pt x="618617" y="1143"/>
                      <a:pt x="638556" y="3175"/>
                    </a:cubicBezTo>
                  </a:path>
                </a:pathLst>
              </a:custGeom>
              <a:solidFill>
                <a:srgbClr val="FFFFFF"/>
              </a:solidFill>
            </p:spPr>
          </p:sp>
          <p:sp>
            <p:nvSpPr>
              <p:cNvPr id="30" name="Freeform 10">
                <a:extLst>
                  <a:ext uri="{FF2B5EF4-FFF2-40B4-BE49-F238E27FC236}">
                    <a16:creationId xmlns:a16="http://schemas.microsoft.com/office/drawing/2014/main" id="{4093D97F-1B97-44AF-8B0E-580C2356F98B}"/>
                  </a:ext>
                </a:extLst>
              </p:cNvPr>
              <p:cNvSpPr/>
              <p:nvPr/>
            </p:nvSpPr>
            <p:spPr>
              <a:xfrm>
                <a:off x="96146" y="96229"/>
                <a:ext cx="1090550" cy="1090624"/>
              </a:xfrm>
              <a:custGeom>
                <a:avLst/>
                <a:gdLst/>
                <a:ahLst/>
                <a:cxnLst/>
                <a:rect l="l" t="t" r="r" b="b"/>
                <a:pathLst>
                  <a:path w="1090550" h="1090624">
                    <a:moveTo>
                      <a:pt x="7613" y="635672"/>
                    </a:moveTo>
                    <a:cubicBezTo>
                      <a:pt x="19932" y="709459"/>
                      <a:pt x="46729" y="777277"/>
                      <a:pt x="84321" y="836586"/>
                    </a:cubicBezTo>
                    <a:cubicBezTo>
                      <a:pt x="225164" y="797470"/>
                      <a:pt x="348735" y="723302"/>
                      <a:pt x="392804" y="557948"/>
                    </a:cubicBezTo>
                    <a:cubicBezTo>
                      <a:pt x="441191" y="376084"/>
                      <a:pt x="385946" y="185457"/>
                      <a:pt x="253866" y="84365"/>
                    </a:cubicBezTo>
                    <a:cubicBezTo>
                      <a:pt x="73907" y="198284"/>
                      <a:pt x="-29852" y="412533"/>
                      <a:pt x="7613" y="635672"/>
                    </a:cubicBezTo>
                    <a:moveTo>
                      <a:pt x="1082922" y="455078"/>
                    </a:moveTo>
                    <a:cubicBezTo>
                      <a:pt x="1132833" y="752004"/>
                      <a:pt x="932554" y="1033182"/>
                      <a:pt x="635628" y="1082966"/>
                    </a:cubicBezTo>
                    <a:cubicBezTo>
                      <a:pt x="585717" y="1091348"/>
                      <a:pt x="536060" y="1092745"/>
                      <a:pt x="488181" y="1087665"/>
                    </a:cubicBezTo>
                    <a:cubicBezTo>
                      <a:pt x="333241" y="1071536"/>
                      <a:pt x="193668" y="989113"/>
                      <a:pt x="103752" y="865415"/>
                    </a:cubicBezTo>
                    <a:lnTo>
                      <a:pt x="986529" y="612177"/>
                    </a:lnTo>
                    <a:cubicBezTo>
                      <a:pt x="999229" y="608494"/>
                      <a:pt x="995927" y="596302"/>
                      <a:pt x="985513" y="597064"/>
                    </a:cubicBezTo>
                    <a:lnTo>
                      <a:pt x="615435" y="622972"/>
                    </a:lnTo>
                    <a:cubicBezTo>
                      <a:pt x="667632" y="572680"/>
                      <a:pt x="707256" y="510958"/>
                      <a:pt x="702430" y="425487"/>
                    </a:cubicBezTo>
                    <a:cubicBezTo>
                      <a:pt x="692651" y="287184"/>
                      <a:pt x="551935" y="152310"/>
                      <a:pt x="290188" y="63537"/>
                    </a:cubicBezTo>
                    <a:cubicBezTo>
                      <a:pt x="340480" y="36867"/>
                      <a:pt x="395725" y="17563"/>
                      <a:pt x="454907" y="7657"/>
                    </a:cubicBezTo>
                    <a:cubicBezTo>
                      <a:pt x="504818" y="-725"/>
                      <a:pt x="554475" y="-2122"/>
                      <a:pt x="602354" y="2958"/>
                    </a:cubicBezTo>
                    <a:cubicBezTo>
                      <a:pt x="839844" y="27850"/>
                      <a:pt x="1041393" y="207936"/>
                      <a:pt x="1082922" y="455078"/>
                    </a:cubicBezTo>
                  </a:path>
                </a:pathLst>
              </a:custGeom>
              <a:solidFill>
                <a:srgbClr val="C90C0F"/>
              </a:solidFill>
            </p:spPr>
          </p:sp>
        </p:grpSp>
        <p:grpSp>
          <p:nvGrpSpPr>
            <p:cNvPr id="10" name="Group 11">
              <a:extLst>
                <a:ext uri="{FF2B5EF4-FFF2-40B4-BE49-F238E27FC236}">
                  <a16:creationId xmlns:a16="http://schemas.microsoft.com/office/drawing/2014/main" id="{8BD5800A-151B-4F1E-92DF-0F94B934AD71}"/>
                </a:ext>
              </a:extLst>
            </p:cNvPr>
            <p:cNvGrpSpPr>
              <a:grpSpLocks noChangeAspect="1"/>
            </p:cNvGrpSpPr>
            <p:nvPr/>
          </p:nvGrpSpPr>
          <p:grpSpPr>
            <a:xfrm>
              <a:off x="947681" y="221817"/>
              <a:ext cx="1879107" cy="382761"/>
              <a:chOff x="0" y="0"/>
              <a:chExt cx="2911310" cy="593014"/>
            </a:xfrm>
          </p:grpSpPr>
          <p:sp>
            <p:nvSpPr>
              <p:cNvPr id="22" name="Freeform 12">
                <a:extLst>
                  <a:ext uri="{FF2B5EF4-FFF2-40B4-BE49-F238E27FC236}">
                    <a16:creationId xmlns:a16="http://schemas.microsoft.com/office/drawing/2014/main" id="{6BF8A9B3-6975-4575-9DF9-1608A090CB65}"/>
                  </a:ext>
                </a:extLst>
              </p:cNvPr>
              <p:cNvSpPr/>
              <p:nvPr/>
            </p:nvSpPr>
            <p:spPr>
              <a:xfrm>
                <a:off x="2447290" y="70485"/>
                <a:ext cx="400558" cy="452755"/>
              </a:xfrm>
              <a:custGeom>
                <a:avLst/>
                <a:gdLst/>
                <a:ahLst/>
                <a:cxnLst/>
                <a:rect l="l" t="t" r="r" b="b"/>
                <a:pathLst>
                  <a:path w="400558" h="452755">
                    <a:moveTo>
                      <a:pt x="295148" y="452755"/>
                    </a:moveTo>
                    <a:lnTo>
                      <a:pt x="295148" y="262636"/>
                    </a:lnTo>
                    <a:lnTo>
                      <a:pt x="104648" y="262636"/>
                    </a:lnTo>
                    <a:lnTo>
                      <a:pt x="104648" y="452755"/>
                    </a:lnTo>
                    <a:lnTo>
                      <a:pt x="0" y="452755"/>
                    </a:lnTo>
                    <a:lnTo>
                      <a:pt x="0" y="0"/>
                    </a:lnTo>
                    <a:lnTo>
                      <a:pt x="104648" y="0"/>
                    </a:lnTo>
                    <a:lnTo>
                      <a:pt x="104648" y="180340"/>
                    </a:lnTo>
                    <a:lnTo>
                      <a:pt x="295148" y="180340"/>
                    </a:lnTo>
                    <a:lnTo>
                      <a:pt x="295148" y="0"/>
                    </a:lnTo>
                    <a:lnTo>
                      <a:pt x="400558" y="0"/>
                    </a:lnTo>
                    <a:lnTo>
                      <a:pt x="400558" y="452755"/>
                    </a:lnTo>
                    <a:close/>
                  </a:path>
                </a:pathLst>
              </a:custGeom>
              <a:solidFill>
                <a:srgbClr val="FFFFFF"/>
              </a:solidFill>
            </p:spPr>
          </p:sp>
          <p:sp>
            <p:nvSpPr>
              <p:cNvPr id="23" name="Freeform 13">
                <a:extLst>
                  <a:ext uri="{FF2B5EF4-FFF2-40B4-BE49-F238E27FC236}">
                    <a16:creationId xmlns:a16="http://schemas.microsoft.com/office/drawing/2014/main" id="{FFCCE11B-0D2D-4821-A337-14680A4D4AC5}"/>
                  </a:ext>
                </a:extLst>
              </p:cNvPr>
              <p:cNvSpPr/>
              <p:nvPr/>
            </p:nvSpPr>
            <p:spPr>
              <a:xfrm>
                <a:off x="488188" y="70485"/>
                <a:ext cx="379476" cy="458724"/>
              </a:xfrm>
              <a:custGeom>
                <a:avLst/>
                <a:gdLst/>
                <a:ahLst/>
                <a:cxnLst/>
                <a:rect l="l" t="t" r="r" b="b"/>
                <a:pathLst>
                  <a:path w="379476" h="458724">
                    <a:moveTo>
                      <a:pt x="0" y="0"/>
                    </a:moveTo>
                    <a:lnTo>
                      <a:pt x="0" y="283464"/>
                    </a:lnTo>
                    <a:cubicBezTo>
                      <a:pt x="0" y="314833"/>
                      <a:pt x="4572" y="341884"/>
                      <a:pt x="13716" y="363982"/>
                    </a:cubicBezTo>
                    <a:cubicBezTo>
                      <a:pt x="22733" y="385826"/>
                      <a:pt x="35814" y="403987"/>
                      <a:pt x="52705" y="417957"/>
                    </a:cubicBezTo>
                    <a:cubicBezTo>
                      <a:pt x="69723" y="432054"/>
                      <a:pt x="90170" y="442468"/>
                      <a:pt x="113538" y="448818"/>
                    </a:cubicBezTo>
                    <a:cubicBezTo>
                      <a:pt x="137287" y="455422"/>
                      <a:pt x="164084" y="458724"/>
                      <a:pt x="193167" y="458724"/>
                    </a:cubicBezTo>
                    <a:cubicBezTo>
                      <a:pt x="222250" y="458724"/>
                      <a:pt x="248793" y="455422"/>
                      <a:pt x="272034" y="448818"/>
                    </a:cubicBezTo>
                    <a:cubicBezTo>
                      <a:pt x="294894" y="442341"/>
                      <a:pt x="314452" y="432054"/>
                      <a:pt x="330073" y="418084"/>
                    </a:cubicBezTo>
                    <a:cubicBezTo>
                      <a:pt x="345694" y="404114"/>
                      <a:pt x="358013" y="385953"/>
                      <a:pt x="366522" y="363982"/>
                    </a:cubicBezTo>
                    <a:cubicBezTo>
                      <a:pt x="375031" y="342011"/>
                      <a:pt x="379476" y="314833"/>
                      <a:pt x="379476" y="283337"/>
                    </a:cubicBezTo>
                    <a:lnTo>
                      <a:pt x="379476" y="0"/>
                    </a:lnTo>
                    <a:lnTo>
                      <a:pt x="281813" y="0"/>
                    </a:lnTo>
                    <a:lnTo>
                      <a:pt x="281813" y="280416"/>
                    </a:lnTo>
                    <a:cubicBezTo>
                      <a:pt x="281813" y="308991"/>
                      <a:pt x="274701" y="331978"/>
                      <a:pt x="260731" y="348996"/>
                    </a:cubicBezTo>
                    <a:cubicBezTo>
                      <a:pt x="246507" y="366268"/>
                      <a:pt x="223774" y="374904"/>
                      <a:pt x="193294" y="374904"/>
                    </a:cubicBezTo>
                    <a:cubicBezTo>
                      <a:pt x="163322" y="374904"/>
                      <a:pt x="140716" y="366268"/>
                      <a:pt x="126238" y="348996"/>
                    </a:cubicBezTo>
                    <a:cubicBezTo>
                      <a:pt x="112014" y="332105"/>
                      <a:pt x="104775" y="308991"/>
                      <a:pt x="104775" y="280416"/>
                    </a:cubicBezTo>
                    <a:lnTo>
                      <a:pt x="104775" y="0"/>
                    </a:lnTo>
                    <a:close/>
                  </a:path>
                </a:pathLst>
              </a:custGeom>
              <a:solidFill>
                <a:srgbClr val="FFFFFF"/>
              </a:solidFill>
            </p:spPr>
          </p:sp>
          <p:sp>
            <p:nvSpPr>
              <p:cNvPr id="24" name="Freeform 14">
                <a:extLst>
                  <a:ext uri="{FF2B5EF4-FFF2-40B4-BE49-F238E27FC236}">
                    <a16:creationId xmlns:a16="http://schemas.microsoft.com/office/drawing/2014/main" id="{DA12D2D8-980F-4C7D-8412-2AEF02FB8F71}"/>
                  </a:ext>
                </a:extLst>
              </p:cNvPr>
              <p:cNvSpPr/>
              <p:nvPr/>
            </p:nvSpPr>
            <p:spPr>
              <a:xfrm>
                <a:off x="63500" y="70485"/>
                <a:ext cx="351409" cy="452755"/>
              </a:xfrm>
              <a:custGeom>
                <a:avLst/>
                <a:gdLst/>
                <a:ahLst/>
                <a:cxnLst/>
                <a:rect l="l" t="t" r="r" b="b"/>
                <a:pathLst>
                  <a:path w="351409" h="452755">
                    <a:moveTo>
                      <a:pt x="123063" y="452755"/>
                    </a:moveTo>
                    <a:lnTo>
                      <a:pt x="123063" y="84582"/>
                    </a:lnTo>
                    <a:lnTo>
                      <a:pt x="0" y="84582"/>
                    </a:lnTo>
                    <a:lnTo>
                      <a:pt x="0" y="0"/>
                    </a:lnTo>
                    <a:lnTo>
                      <a:pt x="351409" y="0"/>
                    </a:lnTo>
                    <a:lnTo>
                      <a:pt x="351409" y="40640"/>
                    </a:lnTo>
                    <a:cubicBezTo>
                      <a:pt x="351409" y="64897"/>
                      <a:pt x="331724" y="84709"/>
                      <a:pt x="307467" y="84709"/>
                    </a:cubicBezTo>
                    <a:lnTo>
                      <a:pt x="227584" y="84709"/>
                    </a:lnTo>
                    <a:lnTo>
                      <a:pt x="227584" y="452755"/>
                    </a:lnTo>
                    <a:close/>
                  </a:path>
                </a:pathLst>
              </a:custGeom>
              <a:solidFill>
                <a:srgbClr val="FFFFFF"/>
              </a:solidFill>
            </p:spPr>
          </p:sp>
          <p:sp>
            <p:nvSpPr>
              <p:cNvPr id="25" name="Freeform 15">
                <a:extLst>
                  <a:ext uri="{FF2B5EF4-FFF2-40B4-BE49-F238E27FC236}">
                    <a16:creationId xmlns:a16="http://schemas.microsoft.com/office/drawing/2014/main" id="{327A7BB0-BE6A-4B2F-BE65-D535F4E1DCF0}"/>
                  </a:ext>
                </a:extLst>
              </p:cNvPr>
              <p:cNvSpPr/>
              <p:nvPr/>
            </p:nvSpPr>
            <p:spPr>
              <a:xfrm>
                <a:off x="1867662" y="70485"/>
                <a:ext cx="104648" cy="452755"/>
              </a:xfrm>
              <a:custGeom>
                <a:avLst/>
                <a:gdLst/>
                <a:ahLst/>
                <a:cxnLst/>
                <a:rect l="l" t="t" r="r" b="b"/>
                <a:pathLst>
                  <a:path w="104648" h="452755">
                    <a:moveTo>
                      <a:pt x="0" y="0"/>
                    </a:moveTo>
                    <a:lnTo>
                      <a:pt x="104648" y="0"/>
                    </a:lnTo>
                    <a:lnTo>
                      <a:pt x="104648" y="452755"/>
                    </a:lnTo>
                    <a:lnTo>
                      <a:pt x="0" y="452755"/>
                    </a:lnTo>
                    <a:close/>
                  </a:path>
                </a:pathLst>
              </a:custGeom>
              <a:solidFill>
                <a:srgbClr val="FFFFFF"/>
              </a:solidFill>
            </p:spPr>
          </p:sp>
          <p:sp>
            <p:nvSpPr>
              <p:cNvPr id="26" name="Freeform 16">
                <a:extLst>
                  <a:ext uri="{FF2B5EF4-FFF2-40B4-BE49-F238E27FC236}">
                    <a16:creationId xmlns:a16="http://schemas.microsoft.com/office/drawing/2014/main" id="{1C9338D0-832D-46A6-A6FA-C2C81CCCC058}"/>
                  </a:ext>
                </a:extLst>
              </p:cNvPr>
              <p:cNvSpPr/>
              <p:nvPr/>
            </p:nvSpPr>
            <p:spPr>
              <a:xfrm>
                <a:off x="1414653" y="70358"/>
                <a:ext cx="395605" cy="453009"/>
              </a:xfrm>
              <a:custGeom>
                <a:avLst/>
                <a:gdLst/>
                <a:ahLst/>
                <a:cxnLst/>
                <a:rect l="l" t="t" r="r" b="b"/>
                <a:pathLst>
                  <a:path w="395605" h="453009">
                    <a:moveTo>
                      <a:pt x="104648" y="241808"/>
                    </a:moveTo>
                    <a:lnTo>
                      <a:pt x="108204" y="246253"/>
                    </a:lnTo>
                    <a:lnTo>
                      <a:pt x="241808" y="418465"/>
                    </a:lnTo>
                    <a:cubicBezTo>
                      <a:pt x="258826" y="440436"/>
                      <a:pt x="284480" y="453009"/>
                      <a:pt x="312293" y="453009"/>
                    </a:cubicBezTo>
                    <a:lnTo>
                      <a:pt x="395605" y="453009"/>
                    </a:lnTo>
                    <a:lnTo>
                      <a:pt x="204089" y="209423"/>
                    </a:lnTo>
                    <a:lnTo>
                      <a:pt x="201295" y="205867"/>
                    </a:lnTo>
                    <a:lnTo>
                      <a:pt x="204089" y="202311"/>
                    </a:lnTo>
                    <a:lnTo>
                      <a:pt x="361569" y="0"/>
                    </a:lnTo>
                    <a:lnTo>
                      <a:pt x="252730" y="0"/>
                    </a:lnTo>
                    <a:lnTo>
                      <a:pt x="108331" y="195072"/>
                    </a:lnTo>
                    <a:lnTo>
                      <a:pt x="104648" y="199771"/>
                    </a:lnTo>
                    <a:lnTo>
                      <a:pt x="104648" y="191643"/>
                    </a:lnTo>
                    <a:lnTo>
                      <a:pt x="104648" y="0"/>
                    </a:lnTo>
                    <a:lnTo>
                      <a:pt x="0" y="0"/>
                    </a:lnTo>
                    <a:lnTo>
                      <a:pt x="0" y="452755"/>
                    </a:lnTo>
                    <a:lnTo>
                      <a:pt x="104648" y="452755"/>
                    </a:lnTo>
                    <a:lnTo>
                      <a:pt x="104648" y="249809"/>
                    </a:lnTo>
                    <a:close/>
                  </a:path>
                </a:pathLst>
              </a:custGeom>
              <a:solidFill>
                <a:srgbClr val="FFFFFF"/>
              </a:solidFill>
            </p:spPr>
          </p:sp>
          <p:sp>
            <p:nvSpPr>
              <p:cNvPr id="27" name="Freeform 17">
                <a:extLst>
                  <a:ext uri="{FF2B5EF4-FFF2-40B4-BE49-F238E27FC236}">
                    <a16:creationId xmlns:a16="http://schemas.microsoft.com/office/drawing/2014/main" id="{2F6B93B1-7064-40D9-8654-06B3A44E38C8}"/>
                  </a:ext>
                </a:extLst>
              </p:cNvPr>
              <p:cNvSpPr/>
              <p:nvPr/>
            </p:nvSpPr>
            <p:spPr>
              <a:xfrm>
                <a:off x="964565" y="70485"/>
                <a:ext cx="383032" cy="452755"/>
              </a:xfrm>
              <a:custGeom>
                <a:avLst/>
                <a:gdLst/>
                <a:ahLst/>
                <a:cxnLst/>
                <a:rect l="l" t="t" r="r" b="b"/>
                <a:pathLst>
                  <a:path w="383032" h="452755">
                    <a:moveTo>
                      <a:pt x="104521" y="207264"/>
                    </a:moveTo>
                    <a:lnTo>
                      <a:pt x="165481" y="207264"/>
                    </a:lnTo>
                    <a:cubicBezTo>
                      <a:pt x="187452" y="207264"/>
                      <a:pt x="204089" y="201295"/>
                      <a:pt x="215138" y="189357"/>
                    </a:cubicBezTo>
                    <a:cubicBezTo>
                      <a:pt x="226060" y="177673"/>
                      <a:pt x="231648" y="162433"/>
                      <a:pt x="231648" y="144018"/>
                    </a:cubicBezTo>
                    <a:cubicBezTo>
                      <a:pt x="231648" y="125222"/>
                      <a:pt x="226314" y="109728"/>
                      <a:pt x="215646" y="98044"/>
                    </a:cubicBezTo>
                    <a:cubicBezTo>
                      <a:pt x="204851" y="86106"/>
                      <a:pt x="187960" y="80137"/>
                      <a:pt x="165481" y="80137"/>
                    </a:cubicBezTo>
                    <a:lnTo>
                      <a:pt x="104521" y="80137"/>
                    </a:lnTo>
                    <a:close/>
                    <a:moveTo>
                      <a:pt x="313690" y="452755"/>
                    </a:moveTo>
                    <a:cubicBezTo>
                      <a:pt x="282702" y="452755"/>
                      <a:pt x="253492" y="436245"/>
                      <a:pt x="237490" y="409829"/>
                    </a:cubicBezTo>
                    <a:lnTo>
                      <a:pt x="156083" y="275336"/>
                    </a:lnTo>
                    <a:lnTo>
                      <a:pt x="104521" y="275336"/>
                    </a:lnTo>
                    <a:lnTo>
                      <a:pt x="104521" y="452628"/>
                    </a:lnTo>
                    <a:lnTo>
                      <a:pt x="0" y="452628"/>
                    </a:lnTo>
                    <a:lnTo>
                      <a:pt x="0" y="0"/>
                    </a:lnTo>
                    <a:lnTo>
                      <a:pt x="186309" y="0"/>
                    </a:lnTo>
                    <a:cubicBezTo>
                      <a:pt x="234188" y="0"/>
                      <a:pt x="271653" y="12446"/>
                      <a:pt x="297815" y="37084"/>
                    </a:cubicBezTo>
                    <a:cubicBezTo>
                      <a:pt x="323977" y="61722"/>
                      <a:pt x="337058" y="95377"/>
                      <a:pt x="337058" y="137160"/>
                    </a:cubicBezTo>
                    <a:cubicBezTo>
                      <a:pt x="337058" y="158369"/>
                      <a:pt x="331343" y="179959"/>
                      <a:pt x="320167" y="201168"/>
                    </a:cubicBezTo>
                    <a:cubicBezTo>
                      <a:pt x="309118" y="221996"/>
                      <a:pt x="289687" y="239014"/>
                      <a:pt x="262128" y="251841"/>
                    </a:cubicBezTo>
                    <a:lnTo>
                      <a:pt x="256032" y="254635"/>
                    </a:lnTo>
                    <a:lnTo>
                      <a:pt x="383032" y="452501"/>
                    </a:lnTo>
                    <a:close/>
                  </a:path>
                </a:pathLst>
              </a:custGeom>
              <a:solidFill>
                <a:srgbClr val="FFFFFF"/>
              </a:solidFill>
            </p:spPr>
          </p:sp>
          <p:sp>
            <p:nvSpPr>
              <p:cNvPr id="28" name="Freeform 18">
                <a:extLst>
                  <a:ext uri="{FF2B5EF4-FFF2-40B4-BE49-F238E27FC236}">
                    <a16:creationId xmlns:a16="http://schemas.microsoft.com/office/drawing/2014/main" id="{D3C8325C-1705-4798-9D1F-12B6F95FF17F}"/>
                  </a:ext>
                </a:extLst>
              </p:cNvPr>
              <p:cNvSpPr/>
              <p:nvPr/>
            </p:nvSpPr>
            <p:spPr>
              <a:xfrm>
                <a:off x="2058162" y="63500"/>
                <a:ext cx="303276" cy="466217"/>
              </a:xfrm>
              <a:custGeom>
                <a:avLst/>
                <a:gdLst/>
                <a:ahLst/>
                <a:cxnLst/>
                <a:rect l="l" t="t" r="r" b="b"/>
                <a:pathLst>
                  <a:path w="303276" h="466217">
                    <a:moveTo>
                      <a:pt x="0" y="440436"/>
                    </a:moveTo>
                    <a:lnTo>
                      <a:pt x="0" y="353695"/>
                    </a:lnTo>
                    <a:cubicBezTo>
                      <a:pt x="33274" y="369062"/>
                      <a:pt x="76200" y="384302"/>
                      <a:pt x="120523" y="384302"/>
                    </a:cubicBezTo>
                    <a:cubicBezTo>
                      <a:pt x="171577" y="384302"/>
                      <a:pt x="197485" y="366776"/>
                      <a:pt x="197485" y="333248"/>
                    </a:cubicBezTo>
                    <a:cubicBezTo>
                      <a:pt x="197485" y="293878"/>
                      <a:pt x="162687" y="289433"/>
                      <a:pt x="93218" y="259588"/>
                    </a:cubicBezTo>
                    <a:cubicBezTo>
                      <a:pt x="45847" y="238379"/>
                      <a:pt x="762" y="205613"/>
                      <a:pt x="762" y="129794"/>
                    </a:cubicBezTo>
                    <a:cubicBezTo>
                      <a:pt x="762" y="41529"/>
                      <a:pt x="68072" y="0"/>
                      <a:pt x="161290" y="0"/>
                    </a:cubicBezTo>
                    <a:cubicBezTo>
                      <a:pt x="210820" y="0"/>
                      <a:pt x="252984" y="11684"/>
                      <a:pt x="276733" y="20447"/>
                    </a:cubicBezTo>
                    <a:lnTo>
                      <a:pt x="276733" y="105029"/>
                    </a:lnTo>
                    <a:cubicBezTo>
                      <a:pt x="252984" y="94107"/>
                      <a:pt x="210947" y="81026"/>
                      <a:pt x="168656" y="81026"/>
                    </a:cubicBezTo>
                    <a:cubicBezTo>
                      <a:pt x="122809" y="81026"/>
                      <a:pt x="101346" y="97790"/>
                      <a:pt x="101346" y="127000"/>
                    </a:cubicBezTo>
                    <a:cubicBezTo>
                      <a:pt x="101346" y="157607"/>
                      <a:pt x="127254" y="167132"/>
                      <a:pt x="173863" y="184658"/>
                    </a:cubicBezTo>
                    <a:cubicBezTo>
                      <a:pt x="233807" y="214503"/>
                      <a:pt x="303276" y="227711"/>
                      <a:pt x="303276" y="329819"/>
                    </a:cubicBezTo>
                    <a:cubicBezTo>
                      <a:pt x="303276" y="418084"/>
                      <a:pt x="233045" y="466217"/>
                      <a:pt x="139065" y="466217"/>
                    </a:cubicBezTo>
                    <a:cubicBezTo>
                      <a:pt x="81407" y="466217"/>
                      <a:pt x="35560" y="456057"/>
                      <a:pt x="0" y="440690"/>
                    </a:cubicBezTo>
                  </a:path>
                </a:pathLst>
              </a:custGeom>
              <a:solidFill>
                <a:srgbClr val="FFFFFF"/>
              </a:solidFill>
            </p:spPr>
          </p:sp>
        </p:grpSp>
        <p:grpSp>
          <p:nvGrpSpPr>
            <p:cNvPr id="11" name="Group 19">
              <a:extLst>
                <a:ext uri="{FF2B5EF4-FFF2-40B4-BE49-F238E27FC236}">
                  <a16:creationId xmlns:a16="http://schemas.microsoft.com/office/drawing/2014/main" id="{6788B8E5-AB8D-4F84-9A17-252B97DF93E4}"/>
                </a:ext>
              </a:extLst>
            </p:cNvPr>
            <p:cNvGrpSpPr>
              <a:grpSpLocks noChangeAspect="1"/>
            </p:cNvGrpSpPr>
            <p:nvPr/>
          </p:nvGrpSpPr>
          <p:grpSpPr>
            <a:xfrm>
              <a:off x="2945722" y="224424"/>
              <a:ext cx="2833895" cy="381901"/>
              <a:chOff x="0" y="0"/>
              <a:chExt cx="4390568" cy="591680"/>
            </a:xfrm>
          </p:grpSpPr>
          <p:sp>
            <p:nvSpPr>
              <p:cNvPr id="12" name="Freeform 20">
                <a:extLst>
                  <a:ext uri="{FF2B5EF4-FFF2-40B4-BE49-F238E27FC236}">
                    <a16:creationId xmlns:a16="http://schemas.microsoft.com/office/drawing/2014/main" id="{525EFEEF-874D-4D9B-A619-83D3D12D20E8}"/>
                  </a:ext>
                </a:extLst>
              </p:cNvPr>
              <p:cNvSpPr/>
              <p:nvPr/>
            </p:nvSpPr>
            <p:spPr>
              <a:xfrm>
                <a:off x="1788795" y="69596"/>
                <a:ext cx="398907" cy="452628"/>
              </a:xfrm>
              <a:custGeom>
                <a:avLst/>
                <a:gdLst/>
                <a:ahLst/>
                <a:cxnLst/>
                <a:rect l="l" t="t" r="r" b="b"/>
                <a:pathLst>
                  <a:path w="398907" h="452628">
                    <a:moveTo>
                      <a:pt x="0" y="0"/>
                    </a:moveTo>
                    <a:lnTo>
                      <a:pt x="64770" y="0"/>
                    </a:lnTo>
                    <a:cubicBezTo>
                      <a:pt x="95504" y="0"/>
                      <a:pt x="124206" y="15875"/>
                      <a:pt x="140462" y="42037"/>
                    </a:cubicBezTo>
                    <a:lnTo>
                      <a:pt x="266700" y="244856"/>
                    </a:lnTo>
                    <a:cubicBezTo>
                      <a:pt x="280924" y="267335"/>
                      <a:pt x="297561" y="297180"/>
                      <a:pt x="307213" y="318262"/>
                    </a:cubicBezTo>
                    <a:lnTo>
                      <a:pt x="309499" y="318262"/>
                    </a:lnTo>
                    <a:cubicBezTo>
                      <a:pt x="307975" y="297942"/>
                      <a:pt x="307213" y="269494"/>
                      <a:pt x="307213" y="249301"/>
                    </a:cubicBezTo>
                    <a:lnTo>
                      <a:pt x="307213" y="0"/>
                    </a:lnTo>
                    <a:lnTo>
                      <a:pt x="398907" y="0"/>
                    </a:lnTo>
                    <a:lnTo>
                      <a:pt x="398907" y="452628"/>
                    </a:lnTo>
                    <a:lnTo>
                      <a:pt x="284226" y="452628"/>
                    </a:lnTo>
                    <a:lnTo>
                      <a:pt x="130810" y="207772"/>
                    </a:lnTo>
                    <a:cubicBezTo>
                      <a:pt x="116586" y="185293"/>
                      <a:pt x="101473" y="158369"/>
                      <a:pt x="90932" y="138049"/>
                    </a:cubicBezTo>
                    <a:lnTo>
                      <a:pt x="89408" y="138049"/>
                    </a:lnTo>
                    <a:cubicBezTo>
                      <a:pt x="90170" y="157607"/>
                      <a:pt x="91694" y="180975"/>
                      <a:pt x="91694" y="202692"/>
                    </a:cubicBezTo>
                    <a:lnTo>
                      <a:pt x="91694" y="452628"/>
                    </a:lnTo>
                    <a:lnTo>
                      <a:pt x="0" y="452628"/>
                    </a:lnTo>
                    <a:close/>
                  </a:path>
                </a:pathLst>
              </a:custGeom>
              <a:solidFill>
                <a:srgbClr val="FFFFFF"/>
              </a:solidFill>
            </p:spPr>
          </p:sp>
          <p:sp>
            <p:nvSpPr>
              <p:cNvPr id="13" name="Freeform 21">
                <a:extLst>
                  <a:ext uri="{FF2B5EF4-FFF2-40B4-BE49-F238E27FC236}">
                    <a16:creationId xmlns:a16="http://schemas.microsoft.com/office/drawing/2014/main" id="{2F1B9E99-B5BF-43BC-8543-B7F0980B60BF}"/>
                  </a:ext>
                </a:extLst>
              </p:cNvPr>
              <p:cNvSpPr/>
              <p:nvPr/>
            </p:nvSpPr>
            <p:spPr>
              <a:xfrm>
                <a:off x="2260473"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14" name="Freeform 22">
                <a:extLst>
                  <a:ext uri="{FF2B5EF4-FFF2-40B4-BE49-F238E27FC236}">
                    <a16:creationId xmlns:a16="http://schemas.microsoft.com/office/drawing/2014/main" id="{436D8703-820B-4DC1-900A-620CA51EDFD2}"/>
                  </a:ext>
                </a:extLst>
              </p:cNvPr>
              <p:cNvSpPr/>
              <p:nvPr/>
            </p:nvSpPr>
            <p:spPr>
              <a:xfrm>
                <a:off x="3029331"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15" name="Freeform 23">
                <a:extLst>
                  <a:ext uri="{FF2B5EF4-FFF2-40B4-BE49-F238E27FC236}">
                    <a16:creationId xmlns:a16="http://schemas.microsoft.com/office/drawing/2014/main" id="{92DA6159-C13A-49C5-B167-9D7BA332C61E}"/>
                  </a:ext>
                </a:extLst>
              </p:cNvPr>
              <p:cNvSpPr/>
              <p:nvPr/>
            </p:nvSpPr>
            <p:spPr>
              <a:xfrm>
                <a:off x="2748534" y="69469"/>
                <a:ext cx="271526" cy="452628"/>
              </a:xfrm>
              <a:custGeom>
                <a:avLst/>
                <a:gdLst/>
                <a:ahLst/>
                <a:cxnLst/>
                <a:rect l="l" t="t" r="r" b="b"/>
                <a:pathLst>
                  <a:path w="271526" h="452628">
                    <a:moveTo>
                      <a:pt x="0" y="452628"/>
                    </a:moveTo>
                    <a:lnTo>
                      <a:pt x="0" y="0"/>
                    </a:lnTo>
                    <a:lnTo>
                      <a:pt x="50800" y="0"/>
                    </a:lnTo>
                    <a:cubicBezTo>
                      <a:pt x="80518" y="0"/>
                      <a:pt x="104521" y="24130"/>
                      <a:pt x="104521" y="53721"/>
                    </a:cubicBezTo>
                    <a:lnTo>
                      <a:pt x="104521" y="371094"/>
                    </a:lnTo>
                    <a:lnTo>
                      <a:pt x="271526" y="371094"/>
                    </a:lnTo>
                    <a:lnTo>
                      <a:pt x="271526" y="452628"/>
                    </a:lnTo>
                    <a:close/>
                  </a:path>
                </a:pathLst>
              </a:custGeom>
              <a:solidFill>
                <a:srgbClr val="FFFFFF"/>
              </a:solidFill>
            </p:spPr>
          </p:sp>
          <p:sp>
            <p:nvSpPr>
              <p:cNvPr id="16" name="Freeform 24">
                <a:extLst>
                  <a:ext uri="{FF2B5EF4-FFF2-40B4-BE49-F238E27FC236}">
                    <a16:creationId xmlns:a16="http://schemas.microsoft.com/office/drawing/2014/main" id="{D4C093A8-90B4-4B07-87A2-A75684766FA1}"/>
                  </a:ext>
                </a:extLst>
              </p:cNvPr>
              <p:cNvSpPr/>
              <p:nvPr/>
            </p:nvSpPr>
            <p:spPr>
              <a:xfrm>
                <a:off x="3512058" y="63500"/>
                <a:ext cx="383159" cy="464693"/>
              </a:xfrm>
              <a:custGeom>
                <a:avLst/>
                <a:gdLst/>
                <a:ahLst/>
                <a:cxnLst/>
                <a:rect l="l" t="t" r="r" b="b"/>
                <a:pathLst>
                  <a:path w="383159" h="464693">
                    <a:moveTo>
                      <a:pt x="127" y="237744"/>
                    </a:moveTo>
                    <a:cubicBezTo>
                      <a:pt x="127" y="111252"/>
                      <a:pt x="69215" y="0"/>
                      <a:pt x="232791" y="0"/>
                    </a:cubicBezTo>
                    <a:cubicBezTo>
                      <a:pt x="291719" y="0"/>
                      <a:pt x="330200" y="10160"/>
                      <a:pt x="360045" y="23241"/>
                    </a:cubicBezTo>
                    <a:lnTo>
                      <a:pt x="360045" y="108331"/>
                    </a:lnTo>
                    <a:cubicBezTo>
                      <a:pt x="324358" y="91567"/>
                      <a:pt x="286639" y="82169"/>
                      <a:pt x="237871" y="82169"/>
                    </a:cubicBezTo>
                    <a:cubicBezTo>
                      <a:pt x="149860" y="82169"/>
                      <a:pt x="105537" y="137414"/>
                      <a:pt x="105537" y="237744"/>
                    </a:cubicBezTo>
                    <a:cubicBezTo>
                      <a:pt x="105537" y="335153"/>
                      <a:pt x="152019" y="384683"/>
                      <a:pt x="234950" y="384683"/>
                    </a:cubicBezTo>
                    <a:cubicBezTo>
                      <a:pt x="257556" y="384683"/>
                      <a:pt x="272034" y="381762"/>
                      <a:pt x="287274" y="376682"/>
                    </a:cubicBezTo>
                    <a:lnTo>
                      <a:pt x="287274" y="287147"/>
                    </a:lnTo>
                    <a:lnTo>
                      <a:pt x="254889" y="287147"/>
                    </a:lnTo>
                    <a:cubicBezTo>
                      <a:pt x="233807" y="287147"/>
                      <a:pt x="216662" y="270002"/>
                      <a:pt x="216662" y="248920"/>
                    </a:cubicBezTo>
                    <a:lnTo>
                      <a:pt x="216662" y="212344"/>
                    </a:lnTo>
                    <a:lnTo>
                      <a:pt x="383159" y="212344"/>
                    </a:lnTo>
                    <a:lnTo>
                      <a:pt x="383159" y="437769"/>
                    </a:lnTo>
                    <a:cubicBezTo>
                      <a:pt x="343916" y="451612"/>
                      <a:pt x="297306" y="464693"/>
                      <a:pt x="229743" y="464693"/>
                    </a:cubicBezTo>
                    <a:cubicBezTo>
                      <a:pt x="80645" y="464693"/>
                      <a:pt x="0" y="372364"/>
                      <a:pt x="0" y="237871"/>
                    </a:cubicBezTo>
                  </a:path>
                </a:pathLst>
              </a:custGeom>
              <a:solidFill>
                <a:srgbClr val="FFFFFF"/>
              </a:solidFill>
            </p:spPr>
          </p:sp>
          <p:sp>
            <p:nvSpPr>
              <p:cNvPr id="17" name="Freeform 25">
                <a:extLst>
                  <a:ext uri="{FF2B5EF4-FFF2-40B4-BE49-F238E27FC236}">
                    <a16:creationId xmlns:a16="http://schemas.microsoft.com/office/drawing/2014/main" id="{038A7F9D-D28F-4CCB-9870-1A6B1E589031}"/>
                  </a:ext>
                </a:extLst>
              </p:cNvPr>
              <p:cNvSpPr/>
              <p:nvPr/>
            </p:nvSpPr>
            <p:spPr>
              <a:xfrm>
                <a:off x="63500" y="69469"/>
                <a:ext cx="351282" cy="452755"/>
              </a:xfrm>
              <a:custGeom>
                <a:avLst/>
                <a:gdLst/>
                <a:ahLst/>
                <a:cxnLst/>
                <a:rect l="l" t="t" r="r" b="b"/>
                <a:pathLst>
                  <a:path w="351282" h="452755">
                    <a:moveTo>
                      <a:pt x="123063" y="452755"/>
                    </a:moveTo>
                    <a:lnTo>
                      <a:pt x="123063" y="84582"/>
                    </a:lnTo>
                    <a:lnTo>
                      <a:pt x="0" y="84582"/>
                    </a:lnTo>
                    <a:lnTo>
                      <a:pt x="0" y="0"/>
                    </a:lnTo>
                    <a:lnTo>
                      <a:pt x="351282" y="0"/>
                    </a:lnTo>
                    <a:lnTo>
                      <a:pt x="351282" y="40513"/>
                    </a:lnTo>
                    <a:cubicBezTo>
                      <a:pt x="351282" y="64770"/>
                      <a:pt x="331597" y="84455"/>
                      <a:pt x="307340" y="84455"/>
                    </a:cubicBezTo>
                    <a:lnTo>
                      <a:pt x="227584" y="84455"/>
                    </a:lnTo>
                    <a:lnTo>
                      <a:pt x="227584" y="452755"/>
                    </a:lnTo>
                    <a:close/>
                  </a:path>
                </a:pathLst>
              </a:custGeom>
              <a:solidFill>
                <a:srgbClr val="FFFFFF"/>
              </a:solidFill>
            </p:spPr>
          </p:sp>
          <p:sp>
            <p:nvSpPr>
              <p:cNvPr id="18" name="Freeform 26">
                <a:extLst>
                  <a:ext uri="{FF2B5EF4-FFF2-40B4-BE49-F238E27FC236}">
                    <a16:creationId xmlns:a16="http://schemas.microsoft.com/office/drawing/2014/main" id="{4E594AAA-B5A4-48A0-897B-9DFED59AC05D}"/>
                  </a:ext>
                </a:extLst>
              </p:cNvPr>
              <p:cNvSpPr/>
              <p:nvPr/>
            </p:nvSpPr>
            <p:spPr>
              <a:xfrm>
                <a:off x="488950" y="69469"/>
                <a:ext cx="283464" cy="452755"/>
              </a:xfrm>
              <a:custGeom>
                <a:avLst/>
                <a:gdLst/>
                <a:ahLst/>
                <a:cxnLst/>
                <a:rect l="l" t="t" r="r" b="b"/>
                <a:pathLst>
                  <a:path w="283464" h="452755">
                    <a:moveTo>
                      <a:pt x="0" y="452755"/>
                    </a:moveTo>
                    <a:lnTo>
                      <a:pt x="0" y="0"/>
                    </a:lnTo>
                    <a:lnTo>
                      <a:pt x="283464" y="0"/>
                    </a:lnTo>
                    <a:lnTo>
                      <a:pt x="283464" y="41021"/>
                    </a:lnTo>
                    <a:cubicBezTo>
                      <a:pt x="283464" y="65024"/>
                      <a:pt x="264033" y="84455"/>
                      <a:pt x="240030" y="84455"/>
                    </a:cubicBezTo>
                    <a:lnTo>
                      <a:pt x="104521" y="84455"/>
                    </a:lnTo>
                    <a:lnTo>
                      <a:pt x="104521" y="181864"/>
                    </a:lnTo>
                    <a:lnTo>
                      <a:pt x="256667" y="181864"/>
                    </a:lnTo>
                    <a:lnTo>
                      <a:pt x="256667" y="257429"/>
                    </a:lnTo>
                    <a:lnTo>
                      <a:pt x="104521" y="257429"/>
                    </a:lnTo>
                    <a:lnTo>
                      <a:pt x="104521" y="368173"/>
                    </a:lnTo>
                    <a:lnTo>
                      <a:pt x="283464" y="368173"/>
                    </a:lnTo>
                    <a:lnTo>
                      <a:pt x="283464" y="452628"/>
                    </a:lnTo>
                    <a:close/>
                  </a:path>
                </a:pathLst>
              </a:custGeom>
              <a:solidFill>
                <a:srgbClr val="FFFFFF"/>
              </a:solidFill>
            </p:spPr>
          </p:sp>
          <p:sp>
            <p:nvSpPr>
              <p:cNvPr id="19" name="Freeform 27">
                <a:extLst>
                  <a:ext uri="{FF2B5EF4-FFF2-40B4-BE49-F238E27FC236}">
                    <a16:creationId xmlns:a16="http://schemas.microsoft.com/office/drawing/2014/main" id="{B4B00DC7-F078-4BD8-8C38-A070FF7740C5}"/>
                  </a:ext>
                </a:extLst>
              </p:cNvPr>
              <p:cNvSpPr/>
              <p:nvPr/>
            </p:nvSpPr>
            <p:spPr>
              <a:xfrm>
                <a:off x="846201" y="63627"/>
                <a:ext cx="335153" cy="464439"/>
              </a:xfrm>
              <a:custGeom>
                <a:avLst/>
                <a:gdLst/>
                <a:ahLst/>
                <a:cxnLst/>
                <a:rect l="l" t="t" r="r" b="b"/>
                <a:pathLst>
                  <a:path w="335153" h="464439">
                    <a:moveTo>
                      <a:pt x="0" y="237744"/>
                    </a:moveTo>
                    <a:cubicBezTo>
                      <a:pt x="0" y="107569"/>
                      <a:pt x="69850" y="0"/>
                      <a:pt x="218186" y="0"/>
                    </a:cubicBezTo>
                    <a:cubicBezTo>
                      <a:pt x="272669" y="0"/>
                      <a:pt x="306832" y="10922"/>
                      <a:pt x="330200" y="20320"/>
                    </a:cubicBezTo>
                    <a:lnTo>
                      <a:pt x="330200" y="106807"/>
                    </a:lnTo>
                    <a:cubicBezTo>
                      <a:pt x="308356" y="93726"/>
                      <a:pt x="274193" y="83566"/>
                      <a:pt x="229108" y="83566"/>
                    </a:cubicBezTo>
                    <a:cubicBezTo>
                      <a:pt x="149098" y="83566"/>
                      <a:pt x="105537" y="136652"/>
                      <a:pt x="105537" y="237744"/>
                    </a:cubicBezTo>
                    <a:cubicBezTo>
                      <a:pt x="105410" y="330073"/>
                      <a:pt x="153416" y="380873"/>
                      <a:pt x="231902" y="380873"/>
                    </a:cubicBezTo>
                    <a:cubicBezTo>
                      <a:pt x="276987" y="380873"/>
                      <a:pt x="308991" y="369951"/>
                      <a:pt x="335153" y="353949"/>
                    </a:cubicBezTo>
                    <a:lnTo>
                      <a:pt x="335153" y="442595"/>
                    </a:lnTo>
                    <a:cubicBezTo>
                      <a:pt x="305308" y="455676"/>
                      <a:pt x="274828" y="464439"/>
                      <a:pt x="219583" y="464439"/>
                    </a:cubicBezTo>
                    <a:cubicBezTo>
                      <a:pt x="74168" y="464439"/>
                      <a:pt x="0" y="367030"/>
                      <a:pt x="0" y="237617"/>
                    </a:cubicBezTo>
                  </a:path>
                </a:pathLst>
              </a:custGeom>
              <a:solidFill>
                <a:srgbClr val="FFFFFF"/>
              </a:solidFill>
            </p:spPr>
          </p:sp>
          <p:sp>
            <p:nvSpPr>
              <p:cNvPr id="20" name="Freeform 28">
                <a:extLst>
                  <a:ext uri="{FF2B5EF4-FFF2-40B4-BE49-F238E27FC236}">
                    <a16:creationId xmlns:a16="http://schemas.microsoft.com/office/drawing/2014/main" id="{3D310B2C-73EE-4605-B1ED-2FC7750D52ED}"/>
                  </a:ext>
                </a:extLst>
              </p:cNvPr>
              <p:cNvSpPr/>
              <p:nvPr/>
            </p:nvSpPr>
            <p:spPr>
              <a:xfrm>
                <a:off x="1273810" y="69469"/>
                <a:ext cx="400558" cy="452628"/>
              </a:xfrm>
              <a:custGeom>
                <a:avLst/>
                <a:gdLst/>
                <a:ahLst/>
                <a:cxnLst/>
                <a:rect l="l" t="t" r="r" b="b"/>
                <a:pathLst>
                  <a:path w="400558" h="452628">
                    <a:moveTo>
                      <a:pt x="295148" y="452628"/>
                    </a:moveTo>
                    <a:lnTo>
                      <a:pt x="295148" y="262636"/>
                    </a:lnTo>
                    <a:lnTo>
                      <a:pt x="104648" y="262636"/>
                    </a:lnTo>
                    <a:lnTo>
                      <a:pt x="104648" y="452628"/>
                    </a:lnTo>
                    <a:lnTo>
                      <a:pt x="0" y="452628"/>
                    </a:lnTo>
                    <a:lnTo>
                      <a:pt x="0" y="0"/>
                    </a:lnTo>
                    <a:lnTo>
                      <a:pt x="104648" y="0"/>
                    </a:lnTo>
                    <a:lnTo>
                      <a:pt x="104648" y="180340"/>
                    </a:lnTo>
                    <a:lnTo>
                      <a:pt x="295148" y="180340"/>
                    </a:lnTo>
                    <a:lnTo>
                      <a:pt x="295148" y="0"/>
                    </a:lnTo>
                    <a:lnTo>
                      <a:pt x="400558" y="0"/>
                    </a:lnTo>
                    <a:lnTo>
                      <a:pt x="400558" y="452628"/>
                    </a:lnTo>
                    <a:close/>
                  </a:path>
                </a:pathLst>
              </a:custGeom>
              <a:solidFill>
                <a:srgbClr val="FFFFFF"/>
              </a:solidFill>
            </p:spPr>
          </p:sp>
          <p:sp>
            <p:nvSpPr>
              <p:cNvPr id="21" name="Freeform 29">
                <a:extLst>
                  <a:ext uri="{FF2B5EF4-FFF2-40B4-BE49-F238E27FC236}">
                    <a16:creationId xmlns:a16="http://schemas.microsoft.com/office/drawing/2014/main" id="{6ABE9C5B-83EA-4770-A4FF-9807A000AC6B}"/>
                  </a:ext>
                </a:extLst>
              </p:cNvPr>
              <p:cNvSpPr/>
              <p:nvPr/>
            </p:nvSpPr>
            <p:spPr>
              <a:xfrm>
                <a:off x="3915664" y="69469"/>
                <a:ext cx="411480" cy="452755"/>
              </a:xfrm>
              <a:custGeom>
                <a:avLst/>
                <a:gdLst/>
                <a:ahLst/>
                <a:cxnLst/>
                <a:rect l="l" t="t" r="r" b="b"/>
                <a:pathLst>
                  <a:path w="411480" h="452755">
                    <a:moveTo>
                      <a:pt x="152400" y="452628"/>
                    </a:moveTo>
                    <a:lnTo>
                      <a:pt x="152400" y="278384"/>
                    </a:lnTo>
                    <a:lnTo>
                      <a:pt x="0" y="0"/>
                    </a:lnTo>
                    <a:lnTo>
                      <a:pt x="87122" y="0"/>
                    </a:lnTo>
                    <a:cubicBezTo>
                      <a:pt x="104648" y="0"/>
                      <a:pt x="120650" y="9906"/>
                      <a:pt x="128524" y="25527"/>
                    </a:cubicBezTo>
                    <a:lnTo>
                      <a:pt x="212344" y="192405"/>
                    </a:lnTo>
                    <a:lnTo>
                      <a:pt x="305816" y="0"/>
                    </a:lnTo>
                    <a:lnTo>
                      <a:pt x="411480" y="0"/>
                    </a:lnTo>
                    <a:lnTo>
                      <a:pt x="258826" y="276352"/>
                    </a:lnTo>
                    <a:lnTo>
                      <a:pt x="258318" y="452755"/>
                    </a:lnTo>
                    <a:close/>
                  </a:path>
                </a:pathLst>
              </a:custGeom>
              <a:solidFill>
                <a:srgbClr val="FFFFFF"/>
              </a:solidFill>
            </p:spPr>
          </p:sp>
        </p:grpSp>
      </p:grpSp>
    </p:spTree>
    <p:extLst>
      <p:ext uri="{BB962C8B-B14F-4D97-AF65-F5344CB8AC3E}">
        <p14:creationId xmlns:p14="http://schemas.microsoft.com/office/powerpoint/2010/main" val="246520423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7" name="MSIPCMContentMarking" descr="{&quot;HashCode&quot;:227230681,&quot;Placement&quot;:&quot;Header&quot;,&quot;Top&quot;:0.0,&quot;Left&quot;:1357.09619,&quot;SlideWidth&quot;:1440,&quot;SlideHeight&quot;:810}">
            <a:extLst>
              <a:ext uri="{FF2B5EF4-FFF2-40B4-BE49-F238E27FC236}">
                <a16:creationId xmlns:a16="http://schemas.microsoft.com/office/drawing/2014/main" id="{8B1B9B5A-B7E0-488C-B75B-FE96B83930C0}"/>
              </a:ext>
            </a:extLst>
          </p:cNvPr>
          <p:cNvSpPr txBox="1"/>
          <p:nvPr userDrawn="1"/>
        </p:nvSpPr>
        <p:spPr>
          <a:xfrm>
            <a:off x="17235122" y="0"/>
            <a:ext cx="1052878" cy="279435"/>
          </a:xfrm>
          <a:prstGeom prst="rect">
            <a:avLst/>
          </a:prstGeom>
          <a:noFill/>
        </p:spPr>
        <p:txBody>
          <a:bodyPr vert="horz" wrap="square" lIns="0" tIns="0" rIns="0" bIns="0" rtlCol="0" anchor="ctr" anchorCtr="1">
            <a:spAutoFit/>
          </a:bodyPr>
          <a:lstStyle/>
          <a:p>
            <a:pPr algn="r">
              <a:spcBef>
                <a:spcPts val="0"/>
              </a:spcBef>
              <a:spcAft>
                <a:spcPts val="0"/>
              </a:spcAft>
            </a:pPr>
            <a:r>
              <a:rPr lang="tr-TR" sz="1100">
                <a:solidFill>
                  <a:srgbClr val="0000FF"/>
                </a:solidFill>
                <a:latin typeface="Calibri" panose="020F0502020204030204" pitchFamily="34" charset="0"/>
              </a:rPr>
              <a:t>Hizmete Özel</a:t>
            </a:r>
          </a:p>
        </p:txBody>
      </p:sp>
    </p:spTree>
  </p:cSld>
  <p:clrMap bg1="lt1" tx1="dk1" bg2="lt2" tx2="dk2" accent1="accent1" accent2="accent2" accent3="accent3" accent4="accent4" accent5="accent5" accent6="accent6" hlink="hlink" folHlink="folHlink"/>
  <p:sldLayoutIdLst>
    <p:sldLayoutId id="2147483658" r:id="rId1"/>
    <p:sldLayoutId id="2147483657" r:id="rId2"/>
    <p:sldLayoutId id="2147483655" r:id="rId3"/>
    <p:sldLayoutId id="2147483659" r:id="rId4"/>
    <p:sldLayoutId id="2147483660" r:id="rId5"/>
    <p:sldLayoutId id="2147483662" r:id="rId6"/>
    <p:sldLayoutId id="2147483656"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C1D52"/>
        </a:solidFill>
        <a:effectLst/>
      </p:bgPr>
    </p:bg>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ADA4E0B6-AB97-45FF-B4FB-1F68A719B850}"/>
              </a:ext>
            </a:extLst>
          </p:cNvPr>
          <p:cNvSpPr>
            <a:spLocks noGrp="1"/>
          </p:cNvSpPr>
          <p:nvPr>
            <p:ph type="title"/>
          </p:nvPr>
        </p:nvSpPr>
        <p:spPr/>
        <p:txBody>
          <a:bodyPr/>
          <a:lstStyle/>
          <a:p>
            <a:r>
              <a:rPr b="1">
                <a:latin typeface="Arial"/>
              </a:rPr>
              <a:t>Catalyst</a:t>
            </a:r>
          </a:p>
        </p:txBody>
      </p:sp>
      <p:sp>
        <p:nvSpPr>
          <p:cNvPr id="32" name="TextBox 31"/>
          <p:cNvSpPr txBox="1"/>
          <p:nvPr/>
        </p:nvSpPr>
        <p:spPr>
          <a:xfrm>
            <a:off x="9281160" y="5806440"/>
            <a:ext cx="8138160" cy="1188720"/>
          </a:xfrm>
          <a:prstGeom prst="rect">
            <a:avLst/>
          </a:prstGeom>
          <a:noFill/>
        </p:spPr>
        <p:txBody>
          <a:bodyPr wrap="square">
            <a:spAutoFit/>
          </a:bodyPr>
          <a:lstStyle/>
          <a:p>
            <a:pPr>
              <a:spcAft>
                <a:spcPts val="500"/>
              </a:spcAft>
            </a:pPr>
            <a:r>
              <a:rPr sz="2000" b="0">
                <a:solidFill>
                  <a:srgbClr val="CBBCE6"/>
                </a:solidFill>
                <a:latin typeface="Arial"/>
              </a:rPr>
              <a:t>Komponent Envanter Karar Platformu  ·  Grup 9</a:t>
            </a:r>
          </a:p>
          <a:p>
            <a:pPr>
              <a:spcAft>
                <a:spcPts val="500"/>
              </a:spcAft>
            </a:pPr>
            <a:r>
              <a:rPr sz="1300" b="0">
                <a:solidFill>
                  <a:srgbClr val="E85BD0"/>
                </a:solidFill>
                <a:latin typeface="Arial"/>
              </a:rPr>
              <a:t>Tüm veriler sentetiktir.</a:t>
            </a:r>
          </a:p>
        </p:txBody>
      </p:sp>
      <p:sp>
        <p:nvSpPr>
          <p:cNvPr id="33" name="Rounded Rectangle 32"/>
          <p:cNvSpPr/>
          <p:nvPr/>
        </p:nvSpPr>
        <p:spPr>
          <a:xfrm>
            <a:off x="9281160" y="7452360"/>
            <a:ext cx="2560320" cy="1417320"/>
          </a:xfrm>
          <a:prstGeom prst="roundRect">
            <a:avLst>
              <a:gd name="adj" fmla="val 10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2400" b="1">
                <a:solidFill>
                  <a:srgbClr val="5CD6BE"/>
                </a:solidFill>
                <a:latin typeface="Arial"/>
              </a:rPr>
              <a:t>1.200→2.000</a:t>
            </a:r>
          </a:p>
          <a:p>
            <a:pPr algn="ctr"/>
            <a:r>
              <a:rPr sz="1250" b="0">
                <a:solidFill>
                  <a:srgbClr val="CBBCE6"/>
                </a:solidFill>
                <a:latin typeface="Arial"/>
              </a:rPr>
              <a:t>uçak, 2025→2033</a:t>
            </a:r>
          </a:p>
        </p:txBody>
      </p:sp>
      <p:sp>
        <p:nvSpPr>
          <p:cNvPr id="34" name="Rounded Rectangle 33"/>
          <p:cNvSpPr/>
          <p:nvPr/>
        </p:nvSpPr>
        <p:spPr>
          <a:xfrm>
            <a:off x="12024360" y="7452360"/>
            <a:ext cx="2560320" cy="1417320"/>
          </a:xfrm>
          <a:prstGeom prst="roundRect">
            <a:avLst>
              <a:gd name="adj" fmla="val 10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2600" b="1">
                <a:solidFill>
                  <a:srgbClr val="F2B34C"/>
                </a:solidFill>
                <a:latin typeface="Arial"/>
              </a:rPr>
              <a:t>+%63–68</a:t>
            </a:r>
          </a:p>
          <a:p>
            <a:pPr algn="ctr"/>
            <a:r>
              <a:rPr sz="1250" b="0">
                <a:solidFill>
                  <a:srgbClr val="CBBCE6"/>
                </a:solidFill>
                <a:latin typeface="Arial"/>
              </a:rPr>
              <a:t>komponent talebi</a:t>
            </a:r>
          </a:p>
        </p:txBody>
      </p:sp>
      <p:sp>
        <p:nvSpPr>
          <p:cNvPr id="35" name="Rounded Rectangle 34"/>
          <p:cNvSpPr/>
          <p:nvPr/>
        </p:nvSpPr>
        <p:spPr>
          <a:xfrm>
            <a:off x="14767559" y="7452360"/>
            <a:ext cx="2560320" cy="1417320"/>
          </a:xfrm>
          <a:prstGeom prst="roundRect">
            <a:avLst>
              <a:gd name="adj" fmla="val 10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2600" b="1">
                <a:solidFill>
                  <a:srgbClr val="E85BD0"/>
                </a:solidFill>
                <a:latin typeface="Arial"/>
              </a:rPr>
              <a:t>5.000</a:t>
            </a:r>
          </a:p>
          <a:p>
            <a:pPr algn="ctr"/>
            <a:r>
              <a:rPr sz="1250" b="0">
                <a:solidFill>
                  <a:srgbClr val="CBBCE6"/>
                </a:solidFill>
                <a:latin typeface="Arial"/>
              </a:rPr>
              <a:t>parça tek platformda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218"/>
        </a:solidFill>
        <a:effectLst/>
      </p:bgPr>
    </p:bg>
    <p:spTree>
      <p:nvGrpSpPr>
        <p:cNvPr id="1" name=""/>
        <p:cNvGrpSpPr/>
        <p:nvPr/>
      </p:nvGrpSpPr>
      <p:grpSpPr>
        <a:xfrm>
          <a:off x="0" y="0"/>
          <a:ext cx="0" cy="0"/>
          <a:chOff x="0" y="0"/>
          <a:chExt cx="0" cy="0"/>
        </a:xfrm>
      </p:grpSpPr>
      <p:sp>
        <p:nvSpPr>
          <p:cNvPr id="52" name="Title 51">
            <a:extLst>
              <a:ext uri="{FF2B5EF4-FFF2-40B4-BE49-F238E27FC236}">
                <a16:creationId xmlns:a16="http://schemas.microsoft.com/office/drawing/2014/main" id="{3FA9B23E-82DE-40C5-B2A6-99C5F7922385}"/>
              </a:ext>
            </a:extLst>
          </p:cNvPr>
          <p:cNvSpPr>
            <a:spLocks noGrp="1"/>
          </p:cNvSpPr>
          <p:nvPr>
            <p:ph type="title"/>
          </p:nvPr>
        </p:nvSpPr>
        <p:spPr/>
        <p:txBody>
          <a:bodyPr/>
          <a:lstStyle/>
          <a:p>
            <a:r>
              <a:rPr lang="tr-TR" dirty="0" b="1">
                <a:latin typeface="Arial"/>
              </a:rPr>
              <a:t>Problem: Büyüme Değil, Talebin Yer Değiştirmesi</a:t>
            </a:r>
          </a:p>
        </p:txBody>
      </p:sp>
      <p:pic>
        <p:nvPicPr>
          <p:cNvPr id="53" name="Picture 52" descr="s2_goc.png"/>
          <p:cNvPicPr>
            <a:picLocks noChangeAspect="1"/>
          </p:cNvPicPr>
          <p:nvPr/>
        </p:nvPicPr>
        <p:blipFill>
          <a:blip r:embed="rId2"/>
          <a:stretch>
            <a:fillRect/>
          </a:stretch>
        </p:blipFill>
        <p:spPr>
          <a:xfrm>
            <a:off x="548640" y="2788920"/>
            <a:ext cx="9418320" cy="4398264"/>
          </a:xfrm>
          <a:prstGeom prst="rect">
            <a:avLst/>
          </a:prstGeom>
        </p:spPr>
      </p:pic>
      <p:sp>
        <p:nvSpPr>
          <p:cNvPr id="54" name="TextBox 53"/>
          <p:cNvSpPr txBox="1"/>
          <p:nvPr/>
        </p:nvSpPr>
        <p:spPr>
          <a:xfrm>
            <a:off x="548640" y="7818120"/>
            <a:ext cx="9418320" cy="1188720"/>
          </a:xfrm>
          <a:prstGeom prst="rect">
            <a:avLst/>
          </a:prstGeom>
          <a:noFill/>
        </p:spPr>
        <p:txBody>
          <a:bodyPr wrap="square">
            <a:spAutoFit/>
          </a:bodyPr>
          <a:lstStyle/>
          <a:p>
            <a:pPr>
              <a:spcAft>
                <a:spcPts val="500"/>
              </a:spcAft>
            </a:pPr>
            <a:r>
              <a:rPr sz="1600" b="1">
                <a:solidFill>
                  <a:srgbClr val="FFFFFF"/>
                </a:solidFill>
                <a:latin typeface="Arial"/>
              </a:rPr>
              <a:t>Kırmızıdaki 134 parçayı kapatmak yalnızca 0,7 M$.</a:t>
            </a:r>
          </a:p>
          <a:p>
            <a:pPr>
              <a:spcAft>
                <a:spcPts val="500"/>
              </a:spcAft>
            </a:pPr>
            <a:r>
              <a:rPr sz="1500" b="0">
                <a:solidFill>
                  <a:srgbClr val="CBBCE6"/>
                </a:solidFill>
                <a:latin typeface="Arial"/>
              </a:rPr>
              <a:t>Sorun para değil. Sorun, stoğun azaldığını kimsenin görememesi.</a:t>
            </a:r>
          </a:p>
        </p:txBody>
      </p:sp>
      <p:sp>
        <p:nvSpPr>
          <p:cNvPr id="55" name="Rounded Rectangle 54"/>
          <p:cNvSpPr/>
          <p:nvPr/>
        </p:nvSpPr>
        <p:spPr>
          <a:xfrm>
            <a:off x="10378440" y="2011680"/>
            <a:ext cx="7269480" cy="1481328"/>
          </a:xfrm>
          <a:prstGeom prst="roundRect">
            <a:avLst>
              <a:gd name="adj" fmla="val 10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3800" b="1">
                <a:solidFill>
                  <a:srgbClr val="E85BD0"/>
                </a:solidFill>
                <a:latin typeface="Arial"/>
              </a:rPr>
              <a:t>+%63–68</a:t>
            </a:r>
          </a:p>
          <a:p>
            <a:pPr algn="ctr"/>
            <a:r>
              <a:rPr sz="1250" b="0">
                <a:solidFill>
                  <a:srgbClr val="CBBCE6"/>
                </a:solidFill>
                <a:latin typeface="Arial"/>
              </a:rPr>
              <a:t>2033 talep artışı, nokta değil aralık</a:t>
            </a:r>
          </a:p>
        </p:txBody>
      </p:sp>
      <p:sp>
        <p:nvSpPr>
          <p:cNvPr id="56" name="Rounded Rectangle 55"/>
          <p:cNvSpPr/>
          <p:nvPr/>
        </p:nvSpPr>
        <p:spPr>
          <a:xfrm>
            <a:off x="10378440" y="3813048"/>
            <a:ext cx="7269480" cy="1481328"/>
          </a:xfrm>
          <a:prstGeom prst="roundRect">
            <a:avLst>
              <a:gd name="adj" fmla="val 10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3800" b="1">
                <a:solidFill>
                  <a:srgbClr val="F2B34C"/>
                </a:solidFill>
                <a:latin typeface="Arial"/>
              </a:rPr>
              <a:t>%34 → %65</a:t>
            </a:r>
          </a:p>
          <a:p>
            <a:pPr algn="ctr"/>
            <a:r>
              <a:rPr sz="1250" b="0">
                <a:solidFill>
                  <a:srgbClr val="CBBCE6"/>
                </a:solidFill>
                <a:latin typeface="Arial"/>
              </a:rPr>
              <a:t>yeni nesil payı: talep yer değiştiriyor</a:t>
            </a:r>
          </a:p>
        </p:txBody>
      </p:sp>
      <p:sp>
        <p:nvSpPr>
          <p:cNvPr id="57" name="Rounded Rectangle 56"/>
          <p:cNvSpPr/>
          <p:nvPr/>
        </p:nvSpPr>
        <p:spPr>
          <a:xfrm>
            <a:off x="10378440" y="5614416"/>
            <a:ext cx="7269480" cy="1481328"/>
          </a:xfrm>
          <a:prstGeom prst="roundRect">
            <a:avLst>
              <a:gd name="adj" fmla="val 10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3800" b="1">
                <a:solidFill>
                  <a:srgbClr val="E85BD0"/>
                </a:solidFill>
                <a:latin typeface="Arial"/>
              </a:rPr>
              <a:t>72 / 134</a:t>
            </a:r>
          </a:p>
          <a:p>
            <a:pPr algn="ctr"/>
            <a:r>
              <a:rPr sz="1250" b="0">
                <a:solidFill>
                  <a:srgbClr val="CBBCE6"/>
                </a:solidFill>
                <a:latin typeface="Arial"/>
              </a:rPr>
              <a:t>siparişsiz kırmızı / toplam kırmızı parça</a:t>
            </a:r>
          </a:p>
        </p:txBody>
      </p:sp>
      <p:sp>
        <p:nvSpPr>
          <p:cNvPr id="58" name="Rounded Rectangle 57"/>
          <p:cNvSpPr/>
          <p:nvPr/>
        </p:nvSpPr>
        <p:spPr>
          <a:xfrm>
            <a:off x="10378440" y="7415783"/>
            <a:ext cx="7269480" cy="1481328"/>
          </a:xfrm>
          <a:prstGeom prst="roundRect">
            <a:avLst>
              <a:gd name="adj" fmla="val 10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2800" b="1">
                <a:solidFill>
                  <a:srgbClr val="F2B34C"/>
                </a:solidFill>
                <a:latin typeface="Arial"/>
              </a:rPr>
              <a:t>İGA +%52 · ADB +%82</a:t>
            </a:r>
          </a:p>
          <a:p>
            <a:pPr algn="ctr"/>
            <a:r>
              <a:rPr sz="1250" b="0">
                <a:solidFill>
                  <a:srgbClr val="CBBCE6"/>
                </a:solidFill>
                <a:latin typeface="Arial"/>
              </a:rPr>
              <a:t>istasyon yükü: yapı hub’lara dağılıyor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218"/>
        </a:solidFill>
        <a:effectLst/>
      </p:bgPr>
    </p:bg>
    <p:spTree>
      <p:nvGrpSpPr>
        <p:cNvPr id="1" name=""/>
        <p:cNvGrpSpPr/>
        <p:nvPr/>
      </p:nvGrpSpPr>
      <p:grpSpPr>
        <a:xfrm>
          <a:off x="0" y="0"/>
          <a:ext cx="0" cy="0"/>
          <a:chOff x="0" y="0"/>
          <a:chExt cx="0" cy="0"/>
        </a:xfrm>
      </p:grpSpPr>
      <p:grpSp>
        <p:nvGrpSpPr>
          <p:cNvPr id="28" name="Group 28"/>
          <p:cNvGrpSpPr/>
          <p:nvPr/>
        </p:nvGrpSpPr>
        <p:grpSpPr>
          <a:xfrm>
            <a:off x="94069" y="4411093"/>
            <a:ext cx="2926994" cy="3758605"/>
            <a:chOff x="0" y="-19050"/>
            <a:chExt cx="1083733" cy="1391641"/>
          </a:xfrm>
        </p:grpSpPr>
        <p:sp>
          <p:nvSpPr>
            <p:cNvPr id="29" name="Freeform 29"/>
            <p:cNvSpPr/>
            <p:nvPr/>
          </p:nvSpPr>
          <p:spPr>
            <a:xfrm>
              <a:off x="0" y="0"/>
              <a:ext cx="1083733" cy="1372591"/>
            </a:xfrm>
            <a:custGeom>
              <a:avLst/>
              <a:gdLst/>
              <a:ahLst/>
              <a:cxnLst/>
              <a:rect l="l" t="t" r="r" b="b"/>
              <a:pathLst>
                <a:path w="1083733" h="1372591">
                  <a:moveTo>
                    <a:pt x="76705" y="0"/>
                  </a:moveTo>
                  <a:lnTo>
                    <a:pt x="1007028" y="0"/>
                  </a:lnTo>
                  <a:cubicBezTo>
                    <a:pt x="1027372" y="0"/>
                    <a:pt x="1046882" y="8081"/>
                    <a:pt x="1061267" y="22466"/>
                  </a:cubicBezTo>
                  <a:cubicBezTo>
                    <a:pt x="1075652" y="36851"/>
                    <a:pt x="1083733" y="56362"/>
                    <a:pt x="1083733" y="76705"/>
                  </a:cubicBezTo>
                  <a:lnTo>
                    <a:pt x="1083733" y="1295886"/>
                  </a:lnTo>
                  <a:cubicBezTo>
                    <a:pt x="1083733" y="1338249"/>
                    <a:pt x="1049391" y="1372591"/>
                    <a:pt x="1007028" y="1372591"/>
                  </a:cubicBezTo>
                  <a:lnTo>
                    <a:pt x="76705" y="1372591"/>
                  </a:lnTo>
                  <a:cubicBezTo>
                    <a:pt x="34342" y="1372591"/>
                    <a:pt x="0" y="1338249"/>
                    <a:pt x="0" y="1295886"/>
                  </a:cubicBezTo>
                  <a:lnTo>
                    <a:pt x="0" y="76705"/>
                  </a:lnTo>
                  <a:cubicBezTo>
                    <a:pt x="0" y="34342"/>
                    <a:pt x="34342" y="0"/>
                    <a:pt x="76705" y="0"/>
                  </a:cubicBezTo>
                  <a:close/>
                </a:path>
              </a:pathLst>
            </a:custGeom>
            <a:solidFill>
              <a:srgbClr val="FFFFFF">
                <a:alpha val="19608"/>
              </a:srgbClr>
            </a:solidFill>
          </p:spPr>
        </p:sp>
        <p:sp>
          <p:nvSpPr>
            <p:cNvPr id="30" name="TextBox 30"/>
            <p:cNvSpPr txBox="1"/>
            <p:nvPr/>
          </p:nvSpPr>
          <p:spPr>
            <a:xfrm>
              <a:off x="0" y="-19050"/>
              <a:ext cx="1083733" cy="1391641"/>
            </a:xfrm>
            <a:prstGeom prst="rect">
              <a:avLst/>
            </a:prstGeom>
          </p:spPr>
          <p:txBody>
            <a:bodyPr lIns="36136" tIns="36136" rIns="36136" bIns="36136" rtlCol="0" anchor="ctr"/>
            <a:lstStyle/>
            <a:p>
              <a:pPr algn="ctr">
                <a:lnSpc>
                  <a:spcPts val="2239"/>
                </a:lnSpc>
              </a:pPr>
              <a:endParaRPr>
                <a:latin typeface="Poppins Bold" panose="00000800000000000000" charset="0"/>
                <a:cs typeface="Poppins Bold" panose="00000800000000000000" charset="0"/>
              </a:endParaRPr>
            </a:p>
          </p:txBody>
        </p:sp>
      </p:grpSp>
      <p:sp>
        <p:nvSpPr>
          <p:cNvPr id="32" name="AutoShape 32"/>
          <p:cNvSpPr/>
          <p:nvPr/>
        </p:nvSpPr>
        <p:spPr>
          <a:xfrm>
            <a:off x="1629656" y="2919598"/>
            <a:ext cx="15198091" cy="0"/>
          </a:xfrm>
          <a:prstGeom prst="line">
            <a:avLst/>
          </a:prstGeom>
          <a:ln w="19050" cap="flat">
            <a:solidFill>
              <a:srgbClr val="FFFFFF"/>
            </a:solidFill>
            <a:prstDash val="sysDot"/>
            <a:headEnd type="none" w="sm" len="sm"/>
            <a:tailEnd type="none" w="sm" len="sm"/>
          </a:ln>
        </p:spPr>
      </p:sp>
      <p:grpSp>
        <p:nvGrpSpPr>
          <p:cNvPr id="33" name="Group 33"/>
          <p:cNvGrpSpPr/>
          <p:nvPr/>
        </p:nvGrpSpPr>
        <p:grpSpPr>
          <a:xfrm>
            <a:off x="1460253" y="2834896"/>
            <a:ext cx="169403" cy="169403"/>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D9D9D9"/>
              </a:solidFill>
              <a:prstDash val="sysDot"/>
              <a:miter/>
            </a:ln>
          </p:spPr>
        </p:sp>
        <p:sp>
          <p:nvSpPr>
            <p:cNvPr id="35" name="TextBox 35"/>
            <p:cNvSpPr txBox="1"/>
            <p:nvPr/>
          </p:nvSpPr>
          <p:spPr>
            <a:xfrm>
              <a:off x="76200" y="57150"/>
              <a:ext cx="660400" cy="679450"/>
            </a:xfrm>
            <a:prstGeom prst="rect">
              <a:avLst/>
            </a:prstGeom>
          </p:spPr>
          <p:txBody>
            <a:bodyPr lIns="50800" tIns="50800" rIns="50800" bIns="50800" rtlCol="0" anchor="ctr"/>
            <a:lstStyle/>
            <a:p>
              <a:pPr algn="ctr">
                <a:lnSpc>
                  <a:spcPts val="2239"/>
                </a:lnSpc>
              </a:pPr>
              <a:endParaRPr>
                <a:latin typeface="Poppins Bold" panose="00000800000000000000" charset="0"/>
                <a:cs typeface="Poppins Bold" panose="00000800000000000000" charset="0"/>
              </a:endParaRPr>
            </a:p>
          </p:txBody>
        </p:sp>
      </p:grpSp>
      <p:grpSp>
        <p:nvGrpSpPr>
          <p:cNvPr id="37" name="Group 37"/>
          <p:cNvGrpSpPr/>
          <p:nvPr/>
        </p:nvGrpSpPr>
        <p:grpSpPr>
          <a:xfrm>
            <a:off x="3121076" y="4484346"/>
            <a:ext cx="2926994" cy="3707154"/>
            <a:chOff x="0" y="0"/>
            <a:chExt cx="1083733" cy="1372591"/>
          </a:xfrm>
        </p:grpSpPr>
        <p:sp>
          <p:nvSpPr>
            <p:cNvPr id="38" name="Freeform 38"/>
            <p:cNvSpPr/>
            <p:nvPr/>
          </p:nvSpPr>
          <p:spPr>
            <a:xfrm>
              <a:off x="0" y="0"/>
              <a:ext cx="1083733" cy="1372591"/>
            </a:xfrm>
            <a:custGeom>
              <a:avLst/>
              <a:gdLst/>
              <a:ahLst/>
              <a:cxnLst/>
              <a:rect l="l" t="t" r="r" b="b"/>
              <a:pathLst>
                <a:path w="1083733" h="1372591">
                  <a:moveTo>
                    <a:pt x="76705" y="0"/>
                  </a:moveTo>
                  <a:lnTo>
                    <a:pt x="1007028" y="0"/>
                  </a:lnTo>
                  <a:cubicBezTo>
                    <a:pt x="1027372" y="0"/>
                    <a:pt x="1046882" y="8081"/>
                    <a:pt x="1061267" y="22466"/>
                  </a:cubicBezTo>
                  <a:cubicBezTo>
                    <a:pt x="1075652" y="36851"/>
                    <a:pt x="1083733" y="56362"/>
                    <a:pt x="1083733" y="76705"/>
                  </a:cubicBezTo>
                  <a:lnTo>
                    <a:pt x="1083733" y="1295886"/>
                  </a:lnTo>
                  <a:cubicBezTo>
                    <a:pt x="1083733" y="1338249"/>
                    <a:pt x="1049391" y="1372591"/>
                    <a:pt x="1007028" y="1372591"/>
                  </a:cubicBezTo>
                  <a:lnTo>
                    <a:pt x="76705" y="1372591"/>
                  </a:lnTo>
                  <a:cubicBezTo>
                    <a:pt x="34342" y="1372591"/>
                    <a:pt x="0" y="1338249"/>
                    <a:pt x="0" y="1295886"/>
                  </a:cubicBezTo>
                  <a:lnTo>
                    <a:pt x="0" y="76705"/>
                  </a:lnTo>
                  <a:cubicBezTo>
                    <a:pt x="0" y="34342"/>
                    <a:pt x="34342" y="0"/>
                    <a:pt x="76705" y="0"/>
                  </a:cubicBezTo>
                  <a:close/>
                </a:path>
              </a:pathLst>
            </a:custGeom>
            <a:solidFill>
              <a:srgbClr val="FFFFFF">
                <a:alpha val="19608"/>
              </a:srgbClr>
            </a:solidFill>
          </p:spPr>
        </p:sp>
        <p:sp>
          <p:nvSpPr>
            <p:cNvPr id="39" name="TextBox 39"/>
            <p:cNvSpPr txBox="1"/>
            <p:nvPr/>
          </p:nvSpPr>
          <p:spPr>
            <a:xfrm>
              <a:off x="0" y="-19050"/>
              <a:ext cx="1083733" cy="1391641"/>
            </a:xfrm>
            <a:prstGeom prst="rect">
              <a:avLst/>
            </a:prstGeom>
          </p:spPr>
          <p:txBody>
            <a:bodyPr lIns="36136" tIns="36136" rIns="36136" bIns="36136" rtlCol="0" anchor="ctr"/>
            <a:lstStyle/>
            <a:p>
              <a:pPr algn="ctr">
                <a:lnSpc>
                  <a:spcPts val="2239"/>
                </a:lnSpc>
              </a:pPr>
              <a:endParaRPr>
                <a:latin typeface="Poppins Bold" panose="00000800000000000000" charset="0"/>
                <a:cs typeface="Poppins Bold" panose="00000800000000000000" charset="0"/>
              </a:endParaRPr>
            </a:p>
          </p:txBody>
        </p:sp>
      </p:grpSp>
      <p:grpSp>
        <p:nvGrpSpPr>
          <p:cNvPr id="41" name="Group 41"/>
          <p:cNvGrpSpPr/>
          <p:nvPr/>
        </p:nvGrpSpPr>
        <p:grpSpPr>
          <a:xfrm>
            <a:off x="4499871" y="2834896"/>
            <a:ext cx="169403" cy="169403"/>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D9D9D9"/>
              </a:solidFill>
              <a:prstDash val="sysDot"/>
              <a:miter/>
            </a:ln>
          </p:spPr>
        </p:sp>
        <p:sp>
          <p:nvSpPr>
            <p:cNvPr id="43" name="TextBox 43"/>
            <p:cNvSpPr txBox="1"/>
            <p:nvPr/>
          </p:nvSpPr>
          <p:spPr>
            <a:xfrm>
              <a:off x="76200" y="57150"/>
              <a:ext cx="660400" cy="679450"/>
            </a:xfrm>
            <a:prstGeom prst="rect">
              <a:avLst/>
            </a:prstGeom>
          </p:spPr>
          <p:txBody>
            <a:bodyPr lIns="50800" tIns="50800" rIns="50800" bIns="50800" rtlCol="0" anchor="ctr"/>
            <a:lstStyle/>
            <a:p>
              <a:pPr algn="ctr">
                <a:lnSpc>
                  <a:spcPts val="2239"/>
                </a:lnSpc>
              </a:pPr>
              <a:endParaRPr>
                <a:latin typeface="Poppins Bold" panose="00000800000000000000" charset="0"/>
                <a:cs typeface="Poppins Bold" panose="00000800000000000000" charset="0"/>
              </a:endParaRPr>
            </a:p>
          </p:txBody>
        </p:sp>
      </p:grpSp>
      <p:grpSp>
        <p:nvGrpSpPr>
          <p:cNvPr id="45" name="Group 45"/>
          <p:cNvGrpSpPr/>
          <p:nvPr/>
        </p:nvGrpSpPr>
        <p:grpSpPr>
          <a:xfrm>
            <a:off x="6160694" y="4484346"/>
            <a:ext cx="2926994" cy="3707154"/>
            <a:chOff x="0" y="0"/>
            <a:chExt cx="1083733" cy="1372591"/>
          </a:xfrm>
        </p:grpSpPr>
        <p:sp>
          <p:nvSpPr>
            <p:cNvPr id="46" name="Freeform 46"/>
            <p:cNvSpPr/>
            <p:nvPr/>
          </p:nvSpPr>
          <p:spPr>
            <a:xfrm>
              <a:off x="0" y="0"/>
              <a:ext cx="1083733" cy="1372591"/>
            </a:xfrm>
            <a:custGeom>
              <a:avLst/>
              <a:gdLst/>
              <a:ahLst/>
              <a:cxnLst/>
              <a:rect l="l" t="t" r="r" b="b"/>
              <a:pathLst>
                <a:path w="1083733" h="1372591">
                  <a:moveTo>
                    <a:pt x="76705" y="0"/>
                  </a:moveTo>
                  <a:lnTo>
                    <a:pt x="1007028" y="0"/>
                  </a:lnTo>
                  <a:cubicBezTo>
                    <a:pt x="1027372" y="0"/>
                    <a:pt x="1046882" y="8081"/>
                    <a:pt x="1061267" y="22466"/>
                  </a:cubicBezTo>
                  <a:cubicBezTo>
                    <a:pt x="1075652" y="36851"/>
                    <a:pt x="1083733" y="56362"/>
                    <a:pt x="1083733" y="76705"/>
                  </a:cubicBezTo>
                  <a:lnTo>
                    <a:pt x="1083733" y="1295886"/>
                  </a:lnTo>
                  <a:cubicBezTo>
                    <a:pt x="1083733" y="1338249"/>
                    <a:pt x="1049391" y="1372591"/>
                    <a:pt x="1007028" y="1372591"/>
                  </a:cubicBezTo>
                  <a:lnTo>
                    <a:pt x="76705" y="1372591"/>
                  </a:lnTo>
                  <a:cubicBezTo>
                    <a:pt x="34342" y="1372591"/>
                    <a:pt x="0" y="1338249"/>
                    <a:pt x="0" y="1295886"/>
                  </a:cubicBezTo>
                  <a:lnTo>
                    <a:pt x="0" y="76705"/>
                  </a:lnTo>
                  <a:cubicBezTo>
                    <a:pt x="0" y="34342"/>
                    <a:pt x="34342" y="0"/>
                    <a:pt x="76705" y="0"/>
                  </a:cubicBezTo>
                  <a:close/>
                </a:path>
              </a:pathLst>
            </a:custGeom>
            <a:solidFill>
              <a:srgbClr val="FFFFFF">
                <a:alpha val="19608"/>
              </a:srgbClr>
            </a:solidFill>
          </p:spPr>
        </p:sp>
        <p:sp>
          <p:nvSpPr>
            <p:cNvPr id="47" name="TextBox 47"/>
            <p:cNvSpPr txBox="1"/>
            <p:nvPr/>
          </p:nvSpPr>
          <p:spPr>
            <a:xfrm>
              <a:off x="0" y="-19050"/>
              <a:ext cx="1083733" cy="1391641"/>
            </a:xfrm>
            <a:prstGeom prst="rect">
              <a:avLst/>
            </a:prstGeom>
          </p:spPr>
          <p:txBody>
            <a:bodyPr lIns="36136" tIns="36136" rIns="36136" bIns="36136" rtlCol="0" anchor="ctr"/>
            <a:lstStyle/>
            <a:p>
              <a:pPr algn="ctr">
                <a:lnSpc>
                  <a:spcPts val="2239"/>
                </a:lnSpc>
              </a:pPr>
              <a:endParaRPr>
                <a:latin typeface="Poppins Bold" panose="00000800000000000000" charset="0"/>
                <a:cs typeface="Poppins Bold" panose="00000800000000000000" charset="0"/>
              </a:endParaRPr>
            </a:p>
          </p:txBody>
        </p:sp>
      </p:grpSp>
      <p:grpSp>
        <p:nvGrpSpPr>
          <p:cNvPr id="49" name="Group 49"/>
          <p:cNvGrpSpPr/>
          <p:nvPr/>
        </p:nvGrpSpPr>
        <p:grpSpPr>
          <a:xfrm>
            <a:off x="7539489" y="2835437"/>
            <a:ext cx="169403" cy="169403"/>
            <a:chOff x="0" y="0"/>
            <a:chExt cx="812800" cy="812800"/>
          </a:xfrm>
        </p:grpSpPr>
        <p:sp>
          <p:nvSpPr>
            <p:cNvPr id="50" name="Freeform 5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D9D9D9"/>
              </a:solidFill>
              <a:prstDash val="sysDot"/>
              <a:miter/>
            </a:ln>
          </p:spPr>
        </p:sp>
        <p:sp>
          <p:nvSpPr>
            <p:cNvPr id="51" name="TextBox 51"/>
            <p:cNvSpPr txBox="1"/>
            <p:nvPr/>
          </p:nvSpPr>
          <p:spPr>
            <a:xfrm>
              <a:off x="76200" y="57150"/>
              <a:ext cx="660400" cy="679450"/>
            </a:xfrm>
            <a:prstGeom prst="rect">
              <a:avLst/>
            </a:prstGeom>
          </p:spPr>
          <p:txBody>
            <a:bodyPr lIns="50800" tIns="50800" rIns="50800" bIns="50800" rtlCol="0" anchor="ctr"/>
            <a:lstStyle/>
            <a:p>
              <a:pPr algn="ctr">
                <a:lnSpc>
                  <a:spcPts val="2239"/>
                </a:lnSpc>
              </a:pPr>
              <a:endParaRPr>
                <a:latin typeface="Poppins Bold" panose="00000800000000000000" charset="0"/>
                <a:cs typeface="Poppins Bold" panose="00000800000000000000" charset="0"/>
              </a:endParaRPr>
            </a:p>
          </p:txBody>
        </p:sp>
      </p:grpSp>
      <p:grpSp>
        <p:nvGrpSpPr>
          <p:cNvPr id="53" name="Group 53"/>
          <p:cNvGrpSpPr/>
          <p:nvPr/>
        </p:nvGrpSpPr>
        <p:grpSpPr>
          <a:xfrm>
            <a:off x="9200312" y="4484346"/>
            <a:ext cx="2926994" cy="3707154"/>
            <a:chOff x="0" y="0"/>
            <a:chExt cx="1083733" cy="1372591"/>
          </a:xfrm>
        </p:grpSpPr>
        <p:sp>
          <p:nvSpPr>
            <p:cNvPr id="54" name="Freeform 54"/>
            <p:cNvSpPr/>
            <p:nvPr/>
          </p:nvSpPr>
          <p:spPr>
            <a:xfrm>
              <a:off x="0" y="0"/>
              <a:ext cx="1083733" cy="1372591"/>
            </a:xfrm>
            <a:custGeom>
              <a:avLst/>
              <a:gdLst/>
              <a:ahLst/>
              <a:cxnLst/>
              <a:rect l="l" t="t" r="r" b="b"/>
              <a:pathLst>
                <a:path w="1083733" h="1372591">
                  <a:moveTo>
                    <a:pt x="76705" y="0"/>
                  </a:moveTo>
                  <a:lnTo>
                    <a:pt x="1007028" y="0"/>
                  </a:lnTo>
                  <a:cubicBezTo>
                    <a:pt x="1027372" y="0"/>
                    <a:pt x="1046882" y="8081"/>
                    <a:pt x="1061267" y="22466"/>
                  </a:cubicBezTo>
                  <a:cubicBezTo>
                    <a:pt x="1075652" y="36851"/>
                    <a:pt x="1083733" y="56362"/>
                    <a:pt x="1083733" y="76705"/>
                  </a:cubicBezTo>
                  <a:lnTo>
                    <a:pt x="1083733" y="1295886"/>
                  </a:lnTo>
                  <a:cubicBezTo>
                    <a:pt x="1083733" y="1338249"/>
                    <a:pt x="1049391" y="1372591"/>
                    <a:pt x="1007028" y="1372591"/>
                  </a:cubicBezTo>
                  <a:lnTo>
                    <a:pt x="76705" y="1372591"/>
                  </a:lnTo>
                  <a:cubicBezTo>
                    <a:pt x="34342" y="1372591"/>
                    <a:pt x="0" y="1338249"/>
                    <a:pt x="0" y="1295886"/>
                  </a:cubicBezTo>
                  <a:lnTo>
                    <a:pt x="0" y="76705"/>
                  </a:lnTo>
                  <a:cubicBezTo>
                    <a:pt x="0" y="34342"/>
                    <a:pt x="34342" y="0"/>
                    <a:pt x="76705" y="0"/>
                  </a:cubicBezTo>
                  <a:close/>
                </a:path>
              </a:pathLst>
            </a:custGeom>
            <a:solidFill>
              <a:srgbClr val="FFFFFF">
                <a:alpha val="19608"/>
              </a:srgbClr>
            </a:solidFill>
          </p:spPr>
        </p:sp>
        <p:sp>
          <p:nvSpPr>
            <p:cNvPr id="55" name="TextBox 55"/>
            <p:cNvSpPr txBox="1"/>
            <p:nvPr/>
          </p:nvSpPr>
          <p:spPr>
            <a:xfrm>
              <a:off x="0" y="-19050"/>
              <a:ext cx="1083733" cy="1391641"/>
            </a:xfrm>
            <a:prstGeom prst="rect">
              <a:avLst/>
            </a:prstGeom>
          </p:spPr>
          <p:txBody>
            <a:bodyPr lIns="36136" tIns="36136" rIns="36136" bIns="36136" rtlCol="0" anchor="ctr"/>
            <a:lstStyle/>
            <a:p>
              <a:pPr algn="ctr">
                <a:lnSpc>
                  <a:spcPts val="2239"/>
                </a:lnSpc>
              </a:pPr>
              <a:endParaRPr>
                <a:latin typeface="Poppins Bold" panose="00000800000000000000" charset="0"/>
                <a:cs typeface="Poppins Bold" panose="00000800000000000000" charset="0"/>
              </a:endParaRPr>
            </a:p>
          </p:txBody>
        </p:sp>
      </p:grpSp>
      <p:grpSp>
        <p:nvGrpSpPr>
          <p:cNvPr id="57" name="Group 57"/>
          <p:cNvGrpSpPr/>
          <p:nvPr/>
        </p:nvGrpSpPr>
        <p:grpSpPr>
          <a:xfrm>
            <a:off x="10579107" y="2834896"/>
            <a:ext cx="169403" cy="169403"/>
            <a:chOff x="0" y="0"/>
            <a:chExt cx="812800" cy="812800"/>
          </a:xfrm>
        </p:grpSpPr>
        <p:sp>
          <p:nvSpPr>
            <p:cNvPr id="58" name="Freeform 5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D9D9D9"/>
              </a:solidFill>
              <a:prstDash val="sysDot"/>
              <a:miter/>
            </a:ln>
          </p:spPr>
        </p:sp>
        <p:sp>
          <p:nvSpPr>
            <p:cNvPr id="59" name="TextBox 59"/>
            <p:cNvSpPr txBox="1"/>
            <p:nvPr/>
          </p:nvSpPr>
          <p:spPr>
            <a:xfrm>
              <a:off x="76200" y="57150"/>
              <a:ext cx="660400" cy="679450"/>
            </a:xfrm>
            <a:prstGeom prst="rect">
              <a:avLst/>
            </a:prstGeom>
          </p:spPr>
          <p:txBody>
            <a:bodyPr lIns="50800" tIns="50800" rIns="50800" bIns="50800" rtlCol="0" anchor="ctr"/>
            <a:lstStyle/>
            <a:p>
              <a:pPr algn="ctr">
                <a:lnSpc>
                  <a:spcPts val="2239"/>
                </a:lnSpc>
              </a:pPr>
              <a:endParaRPr>
                <a:latin typeface="Poppins Bold" panose="00000800000000000000" charset="0"/>
                <a:cs typeface="Poppins Bold" panose="00000800000000000000" charset="0"/>
              </a:endParaRPr>
            </a:p>
          </p:txBody>
        </p:sp>
      </p:grpSp>
      <p:grpSp>
        <p:nvGrpSpPr>
          <p:cNvPr id="61" name="Group 61"/>
          <p:cNvGrpSpPr/>
          <p:nvPr/>
        </p:nvGrpSpPr>
        <p:grpSpPr>
          <a:xfrm>
            <a:off x="12239930" y="4484346"/>
            <a:ext cx="2926994" cy="3707154"/>
            <a:chOff x="0" y="0"/>
            <a:chExt cx="1083733" cy="1372591"/>
          </a:xfrm>
        </p:grpSpPr>
        <p:sp>
          <p:nvSpPr>
            <p:cNvPr id="62" name="Freeform 62"/>
            <p:cNvSpPr/>
            <p:nvPr/>
          </p:nvSpPr>
          <p:spPr>
            <a:xfrm>
              <a:off x="0" y="0"/>
              <a:ext cx="1083733" cy="1372591"/>
            </a:xfrm>
            <a:custGeom>
              <a:avLst/>
              <a:gdLst/>
              <a:ahLst/>
              <a:cxnLst/>
              <a:rect l="l" t="t" r="r" b="b"/>
              <a:pathLst>
                <a:path w="1083733" h="1372591">
                  <a:moveTo>
                    <a:pt x="76705" y="0"/>
                  </a:moveTo>
                  <a:lnTo>
                    <a:pt x="1007028" y="0"/>
                  </a:lnTo>
                  <a:cubicBezTo>
                    <a:pt x="1027372" y="0"/>
                    <a:pt x="1046882" y="8081"/>
                    <a:pt x="1061267" y="22466"/>
                  </a:cubicBezTo>
                  <a:cubicBezTo>
                    <a:pt x="1075652" y="36851"/>
                    <a:pt x="1083733" y="56362"/>
                    <a:pt x="1083733" y="76705"/>
                  </a:cubicBezTo>
                  <a:lnTo>
                    <a:pt x="1083733" y="1295886"/>
                  </a:lnTo>
                  <a:cubicBezTo>
                    <a:pt x="1083733" y="1338249"/>
                    <a:pt x="1049391" y="1372591"/>
                    <a:pt x="1007028" y="1372591"/>
                  </a:cubicBezTo>
                  <a:lnTo>
                    <a:pt x="76705" y="1372591"/>
                  </a:lnTo>
                  <a:cubicBezTo>
                    <a:pt x="34342" y="1372591"/>
                    <a:pt x="0" y="1338249"/>
                    <a:pt x="0" y="1295886"/>
                  </a:cubicBezTo>
                  <a:lnTo>
                    <a:pt x="0" y="76705"/>
                  </a:lnTo>
                  <a:cubicBezTo>
                    <a:pt x="0" y="34342"/>
                    <a:pt x="34342" y="0"/>
                    <a:pt x="76705" y="0"/>
                  </a:cubicBezTo>
                  <a:close/>
                </a:path>
              </a:pathLst>
            </a:custGeom>
            <a:solidFill>
              <a:srgbClr val="FFFFFF">
                <a:alpha val="19608"/>
              </a:srgbClr>
            </a:solidFill>
          </p:spPr>
        </p:sp>
        <p:sp>
          <p:nvSpPr>
            <p:cNvPr id="63" name="TextBox 63"/>
            <p:cNvSpPr txBox="1"/>
            <p:nvPr/>
          </p:nvSpPr>
          <p:spPr>
            <a:xfrm>
              <a:off x="0" y="-19050"/>
              <a:ext cx="1083733" cy="1391641"/>
            </a:xfrm>
            <a:prstGeom prst="rect">
              <a:avLst/>
            </a:prstGeom>
          </p:spPr>
          <p:txBody>
            <a:bodyPr lIns="36136" tIns="36136" rIns="36136" bIns="36136" rtlCol="0" anchor="ctr"/>
            <a:lstStyle/>
            <a:p>
              <a:pPr algn="ctr">
                <a:lnSpc>
                  <a:spcPts val="2239"/>
                </a:lnSpc>
              </a:pPr>
              <a:endParaRPr>
                <a:latin typeface="Poppins Bold" panose="00000800000000000000" charset="0"/>
                <a:cs typeface="Poppins Bold" panose="00000800000000000000" charset="0"/>
              </a:endParaRPr>
            </a:p>
          </p:txBody>
        </p:sp>
      </p:grpSp>
      <p:grpSp>
        <p:nvGrpSpPr>
          <p:cNvPr id="65" name="Group 65"/>
          <p:cNvGrpSpPr/>
          <p:nvPr/>
        </p:nvGrpSpPr>
        <p:grpSpPr>
          <a:xfrm>
            <a:off x="13618726" y="2834896"/>
            <a:ext cx="169403" cy="169403"/>
            <a:chOff x="0" y="0"/>
            <a:chExt cx="812800" cy="812800"/>
          </a:xfrm>
        </p:grpSpPr>
        <p:sp>
          <p:nvSpPr>
            <p:cNvPr id="66" name="Freeform 6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D9D9D9"/>
              </a:solidFill>
              <a:prstDash val="sysDot"/>
              <a:miter/>
            </a:ln>
          </p:spPr>
        </p:sp>
        <p:sp>
          <p:nvSpPr>
            <p:cNvPr id="67" name="TextBox 67"/>
            <p:cNvSpPr txBox="1"/>
            <p:nvPr/>
          </p:nvSpPr>
          <p:spPr>
            <a:xfrm>
              <a:off x="76200" y="57150"/>
              <a:ext cx="660400" cy="679450"/>
            </a:xfrm>
            <a:prstGeom prst="rect">
              <a:avLst/>
            </a:prstGeom>
          </p:spPr>
          <p:txBody>
            <a:bodyPr lIns="50800" tIns="50800" rIns="50800" bIns="50800" rtlCol="0" anchor="ctr"/>
            <a:lstStyle/>
            <a:p>
              <a:pPr algn="ctr">
                <a:lnSpc>
                  <a:spcPts val="2239"/>
                </a:lnSpc>
              </a:pPr>
              <a:endParaRPr>
                <a:latin typeface="Poppins Bold" panose="00000800000000000000" charset="0"/>
                <a:cs typeface="Poppins Bold" panose="00000800000000000000" charset="0"/>
              </a:endParaRPr>
            </a:p>
          </p:txBody>
        </p:sp>
      </p:grpSp>
      <p:sp>
        <p:nvSpPr>
          <p:cNvPr id="68" name="Freeform 68"/>
          <p:cNvSpPr/>
          <p:nvPr/>
        </p:nvSpPr>
        <p:spPr>
          <a:xfrm rot="-5400000">
            <a:off x="971380" y="2583665"/>
            <a:ext cx="1147149" cy="2294298"/>
          </a:xfrm>
          <a:custGeom>
            <a:avLst/>
            <a:gdLst/>
            <a:ahLst/>
            <a:cxnLst/>
            <a:rect l="l" t="t" r="r" b="b"/>
            <a:pathLst>
              <a:path w="1147149" h="2294298">
                <a:moveTo>
                  <a:pt x="0" y="0"/>
                </a:moveTo>
                <a:lnTo>
                  <a:pt x="1147149" y="0"/>
                </a:lnTo>
                <a:lnTo>
                  <a:pt x="1147149" y="2294299"/>
                </a:lnTo>
                <a:lnTo>
                  <a:pt x="0" y="22942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9" name="TextBox 69"/>
          <p:cNvSpPr txBox="1"/>
          <p:nvPr/>
        </p:nvSpPr>
        <p:spPr>
          <a:xfrm>
            <a:off x="454351" y="3608251"/>
            <a:ext cx="2181207" cy="306705"/>
          </a:xfrm>
          <a:prstGeom prst="rect">
            <a:avLst/>
          </a:prstGeom>
        </p:spPr>
        <p:txBody>
          <a:bodyPr lIns="0" tIns="0" rIns="0" bIns="0" rtlCol="0" anchor="t">
            <a:spAutoFit/>
          </a:bodyPr>
          <a:lstStyle/>
          <a:p>
            <a:pPr marL="0" lvl="0" indent="0" algn="ctr">
              <a:lnSpc>
                <a:spcPts val="2519"/>
              </a:lnSpc>
              <a:spcBef>
                <a:spcPct val="0"/>
              </a:spcBef>
            </a:pPr>
            <a:r>
              <a:rPr lang="en-US" sz="1799" b="1" dirty="0">
                <a:solidFill>
                  <a:srgbClr val="FFFFFF"/>
                </a:solidFill>
                <a:latin typeface="Arial" panose="00000800000000000000" charset="0"/>
                <a:ea typeface="Garet Bold"/>
                <a:cs typeface="Poppins Bold" panose="00000800000000000000" charset="0"/>
                <a:sym typeface="Garet Bold"/>
              </a:rPr>
              <a:t>BAĞLAN</a:t>
            </a:r>
          </a:p>
        </p:txBody>
      </p:sp>
      <p:sp>
        <p:nvSpPr>
          <p:cNvPr id="70" name="Freeform 70"/>
          <p:cNvSpPr/>
          <p:nvPr/>
        </p:nvSpPr>
        <p:spPr>
          <a:xfrm rot="-5400000">
            <a:off x="4010998" y="2583665"/>
            <a:ext cx="1147149" cy="2294298"/>
          </a:xfrm>
          <a:custGeom>
            <a:avLst/>
            <a:gdLst/>
            <a:ahLst/>
            <a:cxnLst/>
            <a:rect l="l" t="t" r="r" b="b"/>
            <a:pathLst>
              <a:path w="1147149" h="2294298">
                <a:moveTo>
                  <a:pt x="0" y="0"/>
                </a:moveTo>
                <a:lnTo>
                  <a:pt x="1147149" y="0"/>
                </a:lnTo>
                <a:lnTo>
                  <a:pt x="1147149" y="2294299"/>
                </a:lnTo>
                <a:lnTo>
                  <a:pt x="0" y="2294299"/>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71" name="TextBox 71"/>
          <p:cNvSpPr txBox="1"/>
          <p:nvPr/>
        </p:nvSpPr>
        <p:spPr>
          <a:xfrm>
            <a:off x="3546082" y="3608251"/>
            <a:ext cx="2076983" cy="306705"/>
          </a:xfrm>
          <a:prstGeom prst="rect">
            <a:avLst/>
          </a:prstGeom>
        </p:spPr>
        <p:txBody>
          <a:bodyPr lIns="0" tIns="0" rIns="0" bIns="0" rtlCol="0" anchor="t">
            <a:spAutoFit/>
          </a:bodyPr>
          <a:lstStyle/>
          <a:p>
            <a:pPr marL="0" lvl="0" indent="0" algn="ctr">
              <a:lnSpc>
                <a:spcPts val="2519"/>
              </a:lnSpc>
              <a:spcBef>
                <a:spcPct val="0"/>
              </a:spcBef>
            </a:pPr>
            <a:r>
              <a:rPr lang="en-US" sz="1799" b="1">
                <a:solidFill>
                  <a:srgbClr val="FFFFFF"/>
                </a:solidFill>
                <a:latin typeface="Arial" panose="00000800000000000000" charset="0"/>
                <a:ea typeface="Garet Bold"/>
                <a:cs typeface="Poppins Bold" panose="00000800000000000000" charset="0"/>
                <a:sym typeface="Garet Bold"/>
              </a:rPr>
              <a:t>BİRLEŞTİR</a:t>
            </a:r>
          </a:p>
        </p:txBody>
      </p:sp>
      <p:sp>
        <p:nvSpPr>
          <p:cNvPr id="72" name="Freeform 72"/>
          <p:cNvSpPr/>
          <p:nvPr/>
        </p:nvSpPr>
        <p:spPr>
          <a:xfrm rot="-5400000">
            <a:off x="7050616" y="2583665"/>
            <a:ext cx="1147149" cy="2294298"/>
          </a:xfrm>
          <a:custGeom>
            <a:avLst/>
            <a:gdLst/>
            <a:ahLst/>
            <a:cxnLst/>
            <a:rect l="l" t="t" r="r" b="b"/>
            <a:pathLst>
              <a:path w="1147149" h="2294298">
                <a:moveTo>
                  <a:pt x="0" y="0"/>
                </a:moveTo>
                <a:lnTo>
                  <a:pt x="1147150" y="0"/>
                </a:lnTo>
                <a:lnTo>
                  <a:pt x="1147150" y="2294299"/>
                </a:lnTo>
                <a:lnTo>
                  <a:pt x="0" y="2294299"/>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73" name="TextBox 73"/>
          <p:cNvSpPr txBox="1"/>
          <p:nvPr/>
        </p:nvSpPr>
        <p:spPr>
          <a:xfrm>
            <a:off x="6683144" y="3608251"/>
            <a:ext cx="1823866" cy="306705"/>
          </a:xfrm>
          <a:prstGeom prst="rect">
            <a:avLst/>
          </a:prstGeom>
        </p:spPr>
        <p:txBody>
          <a:bodyPr lIns="0" tIns="0" rIns="0" bIns="0" rtlCol="0" anchor="t">
            <a:spAutoFit/>
          </a:bodyPr>
          <a:lstStyle/>
          <a:p>
            <a:pPr marL="0" lvl="0" indent="0" algn="ctr">
              <a:lnSpc>
                <a:spcPts val="2519"/>
              </a:lnSpc>
              <a:spcBef>
                <a:spcPct val="0"/>
              </a:spcBef>
            </a:pPr>
            <a:r>
              <a:rPr lang="en-US" sz="1799" b="1">
                <a:solidFill>
                  <a:srgbClr val="FFFFFF"/>
                </a:solidFill>
                <a:latin typeface="Arial" panose="00000800000000000000" charset="0"/>
                <a:ea typeface="Garet Bold"/>
                <a:cs typeface="Poppins Bold" panose="00000800000000000000" charset="0"/>
                <a:sym typeface="Garet Bold"/>
              </a:rPr>
              <a:t>ÖNGÖR</a:t>
            </a:r>
          </a:p>
        </p:txBody>
      </p:sp>
      <p:sp>
        <p:nvSpPr>
          <p:cNvPr id="74" name="Freeform 74"/>
          <p:cNvSpPr/>
          <p:nvPr/>
        </p:nvSpPr>
        <p:spPr>
          <a:xfrm rot="-5400000">
            <a:off x="10090234" y="2583665"/>
            <a:ext cx="1147149" cy="2294298"/>
          </a:xfrm>
          <a:custGeom>
            <a:avLst/>
            <a:gdLst/>
            <a:ahLst/>
            <a:cxnLst/>
            <a:rect l="l" t="t" r="r" b="b"/>
            <a:pathLst>
              <a:path w="1147149" h="2294298">
                <a:moveTo>
                  <a:pt x="0" y="0"/>
                </a:moveTo>
                <a:lnTo>
                  <a:pt x="1147150" y="0"/>
                </a:lnTo>
                <a:lnTo>
                  <a:pt x="1147150" y="2294299"/>
                </a:lnTo>
                <a:lnTo>
                  <a:pt x="0" y="2294299"/>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75" name="TextBox 75"/>
          <p:cNvSpPr txBox="1"/>
          <p:nvPr/>
        </p:nvSpPr>
        <p:spPr>
          <a:xfrm>
            <a:off x="9647101" y="3608251"/>
            <a:ext cx="2033416" cy="306705"/>
          </a:xfrm>
          <a:prstGeom prst="rect">
            <a:avLst/>
          </a:prstGeom>
        </p:spPr>
        <p:txBody>
          <a:bodyPr lIns="0" tIns="0" rIns="0" bIns="0" rtlCol="0" anchor="t">
            <a:spAutoFit/>
          </a:bodyPr>
          <a:lstStyle/>
          <a:p>
            <a:pPr marL="0" lvl="0" indent="0" algn="ctr">
              <a:lnSpc>
                <a:spcPts val="2519"/>
              </a:lnSpc>
              <a:spcBef>
                <a:spcPct val="0"/>
              </a:spcBef>
            </a:pPr>
            <a:r>
              <a:rPr lang="en-US" sz="1799" b="1">
                <a:solidFill>
                  <a:srgbClr val="FFFFFF"/>
                </a:solidFill>
                <a:latin typeface="Arial" panose="00000800000000000000" charset="0"/>
                <a:ea typeface="Garet Bold"/>
                <a:cs typeface="Poppins Bold" panose="00000800000000000000" charset="0"/>
                <a:sym typeface="Garet Bold"/>
              </a:rPr>
              <a:t>UYAR</a:t>
            </a:r>
          </a:p>
        </p:txBody>
      </p:sp>
      <p:sp>
        <p:nvSpPr>
          <p:cNvPr id="76" name="Freeform 76"/>
          <p:cNvSpPr/>
          <p:nvPr/>
        </p:nvSpPr>
        <p:spPr>
          <a:xfrm rot="-5400000">
            <a:off x="13129853" y="2583665"/>
            <a:ext cx="1147149" cy="2294298"/>
          </a:xfrm>
          <a:custGeom>
            <a:avLst/>
            <a:gdLst/>
            <a:ahLst/>
            <a:cxnLst/>
            <a:rect l="l" t="t" r="r" b="b"/>
            <a:pathLst>
              <a:path w="1147149" h="2294298">
                <a:moveTo>
                  <a:pt x="0" y="0"/>
                </a:moveTo>
                <a:lnTo>
                  <a:pt x="1147149" y="0"/>
                </a:lnTo>
                <a:lnTo>
                  <a:pt x="1147149" y="2294299"/>
                </a:lnTo>
                <a:lnTo>
                  <a:pt x="0" y="2294299"/>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77" name="TextBox 77"/>
          <p:cNvSpPr txBox="1"/>
          <p:nvPr/>
        </p:nvSpPr>
        <p:spPr>
          <a:xfrm>
            <a:off x="12792033" y="3608251"/>
            <a:ext cx="1823866" cy="306705"/>
          </a:xfrm>
          <a:prstGeom prst="rect">
            <a:avLst/>
          </a:prstGeom>
        </p:spPr>
        <p:txBody>
          <a:bodyPr lIns="0" tIns="0" rIns="0" bIns="0" rtlCol="0" anchor="t">
            <a:spAutoFit/>
          </a:bodyPr>
          <a:lstStyle/>
          <a:p>
            <a:pPr marL="0" lvl="0" indent="0" algn="ctr">
              <a:lnSpc>
                <a:spcPts val="2519"/>
              </a:lnSpc>
              <a:spcBef>
                <a:spcPct val="0"/>
              </a:spcBef>
            </a:pPr>
            <a:r>
              <a:rPr lang="en-US" sz="1799" b="1">
                <a:solidFill>
                  <a:srgbClr val="FFFFFF"/>
                </a:solidFill>
                <a:latin typeface="Arial" panose="00000800000000000000" charset="0"/>
                <a:ea typeface="Garet Bold"/>
                <a:cs typeface="Poppins Bold" panose="00000800000000000000" charset="0"/>
                <a:sym typeface="Garet Bold"/>
              </a:rPr>
              <a:t>HAREKETE GEÇ</a:t>
            </a:r>
          </a:p>
        </p:txBody>
      </p:sp>
      <p:grpSp>
        <p:nvGrpSpPr>
          <p:cNvPr id="79" name="Group 79"/>
          <p:cNvGrpSpPr/>
          <p:nvPr/>
        </p:nvGrpSpPr>
        <p:grpSpPr>
          <a:xfrm>
            <a:off x="15279548" y="4484346"/>
            <a:ext cx="2926994" cy="3707154"/>
            <a:chOff x="0" y="0"/>
            <a:chExt cx="1083733" cy="1372591"/>
          </a:xfrm>
        </p:grpSpPr>
        <p:sp>
          <p:nvSpPr>
            <p:cNvPr id="80" name="Freeform 80"/>
            <p:cNvSpPr/>
            <p:nvPr/>
          </p:nvSpPr>
          <p:spPr>
            <a:xfrm>
              <a:off x="0" y="0"/>
              <a:ext cx="1083733" cy="1372591"/>
            </a:xfrm>
            <a:custGeom>
              <a:avLst/>
              <a:gdLst/>
              <a:ahLst/>
              <a:cxnLst/>
              <a:rect l="l" t="t" r="r" b="b"/>
              <a:pathLst>
                <a:path w="1083733" h="1372591">
                  <a:moveTo>
                    <a:pt x="76705" y="0"/>
                  </a:moveTo>
                  <a:lnTo>
                    <a:pt x="1007028" y="0"/>
                  </a:lnTo>
                  <a:cubicBezTo>
                    <a:pt x="1027372" y="0"/>
                    <a:pt x="1046882" y="8081"/>
                    <a:pt x="1061267" y="22466"/>
                  </a:cubicBezTo>
                  <a:cubicBezTo>
                    <a:pt x="1075652" y="36851"/>
                    <a:pt x="1083733" y="56362"/>
                    <a:pt x="1083733" y="76705"/>
                  </a:cubicBezTo>
                  <a:lnTo>
                    <a:pt x="1083733" y="1295886"/>
                  </a:lnTo>
                  <a:cubicBezTo>
                    <a:pt x="1083733" y="1338249"/>
                    <a:pt x="1049391" y="1372591"/>
                    <a:pt x="1007028" y="1372591"/>
                  </a:cubicBezTo>
                  <a:lnTo>
                    <a:pt x="76705" y="1372591"/>
                  </a:lnTo>
                  <a:cubicBezTo>
                    <a:pt x="34342" y="1372591"/>
                    <a:pt x="0" y="1338249"/>
                    <a:pt x="0" y="1295886"/>
                  </a:cubicBezTo>
                  <a:lnTo>
                    <a:pt x="0" y="76705"/>
                  </a:lnTo>
                  <a:cubicBezTo>
                    <a:pt x="0" y="34342"/>
                    <a:pt x="34342" y="0"/>
                    <a:pt x="76705" y="0"/>
                  </a:cubicBezTo>
                  <a:close/>
                </a:path>
              </a:pathLst>
            </a:custGeom>
            <a:solidFill>
              <a:srgbClr val="FFFFFF">
                <a:alpha val="19608"/>
              </a:srgbClr>
            </a:solidFill>
          </p:spPr>
        </p:sp>
        <p:sp>
          <p:nvSpPr>
            <p:cNvPr id="81" name="TextBox 81"/>
            <p:cNvSpPr txBox="1"/>
            <p:nvPr/>
          </p:nvSpPr>
          <p:spPr>
            <a:xfrm>
              <a:off x="0" y="-19050"/>
              <a:ext cx="1083733" cy="1391641"/>
            </a:xfrm>
            <a:prstGeom prst="rect">
              <a:avLst/>
            </a:prstGeom>
          </p:spPr>
          <p:txBody>
            <a:bodyPr lIns="36136" tIns="36136" rIns="36136" bIns="36136" rtlCol="0" anchor="ctr"/>
            <a:lstStyle/>
            <a:p>
              <a:pPr algn="ctr">
                <a:lnSpc>
                  <a:spcPts val="2239"/>
                </a:lnSpc>
              </a:pPr>
              <a:endParaRPr>
                <a:latin typeface="Poppins Bold" panose="00000800000000000000" charset="0"/>
                <a:cs typeface="Poppins Bold" panose="00000800000000000000" charset="0"/>
              </a:endParaRPr>
            </a:p>
          </p:txBody>
        </p:sp>
      </p:grpSp>
      <p:sp>
        <p:nvSpPr>
          <p:cNvPr id="83" name="Freeform 83"/>
          <p:cNvSpPr/>
          <p:nvPr/>
        </p:nvSpPr>
        <p:spPr>
          <a:xfrm rot="-5400000">
            <a:off x="16169471" y="2583665"/>
            <a:ext cx="1147149" cy="2294298"/>
          </a:xfrm>
          <a:custGeom>
            <a:avLst/>
            <a:gdLst/>
            <a:ahLst/>
            <a:cxnLst/>
            <a:rect l="l" t="t" r="r" b="b"/>
            <a:pathLst>
              <a:path w="1147149" h="2294298">
                <a:moveTo>
                  <a:pt x="0" y="0"/>
                </a:moveTo>
                <a:lnTo>
                  <a:pt x="1147149" y="0"/>
                </a:lnTo>
                <a:lnTo>
                  <a:pt x="1147149" y="2294299"/>
                </a:lnTo>
                <a:lnTo>
                  <a:pt x="0" y="2294299"/>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84" name="TextBox 84"/>
          <p:cNvSpPr txBox="1"/>
          <p:nvPr/>
        </p:nvSpPr>
        <p:spPr>
          <a:xfrm>
            <a:off x="15831651" y="3608251"/>
            <a:ext cx="1823866" cy="306705"/>
          </a:xfrm>
          <a:prstGeom prst="rect">
            <a:avLst/>
          </a:prstGeom>
        </p:spPr>
        <p:txBody>
          <a:bodyPr lIns="0" tIns="0" rIns="0" bIns="0" rtlCol="0" anchor="t">
            <a:spAutoFit/>
          </a:bodyPr>
          <a:lstStyle/>
          <a:p>
            <a:pPr marL="0" lvl="0" indent="0" algn="ctr">
              <a:lnSpc>
                <a:spcPts val="2519"/>
              </a:lnSpc>
              <a:spcBef>
                <a:spcPct val="0"/>
              </a:spcBef>
            </a:pPr>
            <a:r>
              <a:rPr lang="en-US" sz="1799" b="1">
                <a:solidFill>
                  <a:srgbClr val="FFFFFF"/>
                </a:solidFill>
                <a:latin typeface="Arial" panose="00000800000000000000" charset="0"/>
                <a:ea typeface="Garet Bold"/>
                <a:cs typeface="Poppins Bold" panose="00000800000000000000" charset="0"/>
                <a:sym typeface="Garet Bold"/>
              </a:rPr>
              <a:t>PROVA ET</a:t>
            </a:r>
          </a:p>
        </p:txBody>
      </p:sp>
      <p:grpSp>
        <p:nvGrpSpPr>
          <p:cNvPr id="85" name="Group 85"/>
          <p:cNvGrpSpPr/>
          <p:nvPr/>
        </p:nvGrpSpPr>
        <p:grpSpPr>
          <a:xfrm>
            <a:off x="16658344" y="2834896"/>
            <a:ext cx="169403" cy="169403"/>
            <a:chOff x="0" y="0"/>
            <a:chExt cx="812800" cy="812800"/>
          </a:xfrm>
        </p:grpSpPr>
        <p:sp>
          <p:nvSpPr>
            <p:cNvPr id="86" name="Freeform 8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D9D9D9"/>
              </a:solidFill>
              <a:prstDash val="sysDot"/>
              <a:miter/>
            </a:ln>
          </p:spPr>
        </p:sp>
        <p:sp>
          <p:nvSpPr>
            <p:cNvPr id="87" name="TextBox 87"/>
            <p:cNvSpPr txBox="1"/>
            <p:nvPr/>
          </p:nvSpPr>
          <p:spPr>
            <a:xfrm>
              <a:off x="76200" y="57150"/>
              <a:ext cx="660400" cy="679450"/>
            </a:xfrm>
            <a:prstGeom prst="rect">
              <a:avLst/>
            </a:prstGeom>
          </p:spPr>
          <p:txBody>
            <a:bodyPr lIns="50800" tIns="50800" rIns="50800" bIns="50800" rtlCol="0" anchor="ctr"/>
            <a:lstStyle/>
            <a:p>
              <a:pPr algn="ctr">
                <a:lnSpc>
                  <a:spcPts val="2239"/>
                </a:lnSpc>
              </a:pPr>
              <a:endParaRPr>
                <a:latin typeface="Poppins Bold" panose="00000800000000000000" charset="0"/>
                <a:cs typeface="Poppins Bold" panose="00000800000000000000" charset="0"/>
              </a:endParaRPr>
            </a:p>
          </p:txBody>
        </p:sp>
      </p:grpSp>
      <p:sp>
        <p:nvSpPr>
          <p:cNvPr id="88" name="TextBox 88"/>
          <p:cNvSpPr txBox="1"/>
          <p:nvPr/>
        </p:nvSpPr>
        <p:spPr>
          <a:xfrm>
            <a:off x="107715" y="4868293"/>
            <a:ext cx="2874480" cy="2869888"/>
          </a:xfrm>
          <a:prstGeom prst="rect">
            <a:avLst/>
          </a:prstGeom>
        </p:spPr>
        <p:txBody>
          <a:bodyPr lIns="0" tIns="0" rIns="0" bIns="0" rtlCol="0" anchor="t">
            <a:spAutoFit/>
          </a:bodyPr>
          <a:lstStyle/>
          <a:p>
            <a:pPr algn="l">
              <a:lnSpc>
                <a:spcPts val="2520"/>
              </a:lnSpc>
            </a:pPr>
            <a:r>
              <a:rPr lang="en-US" sz="1300" b="0" dirty="0">
                <a:solidFill>
                  <a:srgbClr val="FFFFFF"/>
                </a:solidFill>
                <a:latin typeface="Arial" panose="00000800000000000000" charset="0"/>
                <a:ea typeface="Garet Bold"/>
                <a:cs typeface="Poppins Bold" panose="00000800000000000000" charset="0"/>
                <a:sym typeface="Garet Bold"/>
              </a:rPr>
              <a:t>Mevcut sistemleri yalnızca okur, hiçbirine yazmaz.</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dirty="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dirty="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dirty="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marL="0" lvl="0" indent="0" algn="l">
              <a:lnSpc>
                <a:spcPts val="2520"/>
              </a:lnSpc>
              <a:spcBef>
                <a:spcPct val="0"/>
              </a:spcBef>
            </a:pPr>
            <a:r>
              <a:rPr lang="en-US" sz="1300" b="0" dirty="0">
                <a:solidFill>
                  <a:srgbClr val="FFFFFF"/>
                </a:solidFill>
                <a:latin typeface="Arial" panose="00000800000000000000" charset="0"/>
                <a:ea typeface="Garet Bold"/>
                <a:cs typeface="Poppins Bold" panose="00000800000000000000" charset="0"/>
                <a:sym typeface="Garet Bold"/>
              </a:rPr>
              <a:t/>
            </a:r>
          </a:p>
        </p:txBody>
      </p:sp>
      <p:sp>
        <p:nvSpPr>
          <p:cNvPr id="89" name="TextBox 89"/>
          <p:cNvSpPr txBox="1"/>
          <p:nvPr/>
        </p:nvSpPr>
        <p:spPr>
          <a:xfrm>
            <a:off x="3064764" y="4868293"/>
            <a:ext cx="3039618" cy="2869888"/>
          </a:xfrm>
          <a:prstGeom prst="rect">
            <a:avLst/>
          </a:prstGeom>
        </p:spPr>
        <p:txBody>
          <a:bodyPr lIns="0" tIns="0" rIns="0" bIns="0" rtlCol="0" anchor="t">
            <a:spAutoFit/>
          </a:bodyPr>
          <a:lstStyle/>
          <a:p>
            <a:pPr algn="l">
              <a:lnSpc>
                <a:spcPts val="2520"/>
              </a:lnSpc>
            </a:pPr>
            <a:r>
              <a:rPr lang="en-US" sz="1300" b="0">
                <a:solidFill>
                  <a:srgbClr val="FFFFFF"/>
                </a:solidFill>
                <a:latin typeface="Arial" panose="00000800000000000000" charset="0"/>
                <a:ea typeface="Garet Bold"/>
                <a:cs typeface="Poppins Bold" panose="00000800000000000000" charset="0"/>
                <a:sym typeface="Garet Bold"/>
              </a:rPr>
              <a:t>Her parçanın dağınık kaydı tek kimlikte birleşir.</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marL="0" lvl="0" indent="0" algn="l">
              <a:lnSpc>
                <a:spcPts val="2520"/>
              </a:lnSpc>
              <a:spcBef>
                <a:spcPct val="0"/>
              </a:spcBef>
            </a:pPr>
            <a:r>
              <a:rPr lang="en-US" sz="1300" b="0">
                <a:solidFill>
                  <a:srgbClr val="FFFFFF"/>
                </a:solidFill>
                <a:latin typeface="Arial" panose="00000800000000000000" charset="0"/>
                <a:ea typeface="Garet Bold"/>
                <a:cs typeface="Poppins Bold" panose="00000800000000000000" charset="0"/>
                <a:sym typeface="Garet Bold"/>
              </a:rPr>
              <a:t/>
            </a:r>
          </a:p>
        </p:txBody>
      </p:sp>
      <p:sp>
        <p:nvSpPr>
          <p:cNvPr id="90" name="TextBox 90"/>
          <p:cNvSpPr txBox="1"/>
          <p:nvPr/>
        </p:nvSpPr>
        <p:spPr>
          <a:xfrm>
            <a:off x="6191060" y="4868293"/>
            <a:ext cx="2808034" cy="2869888"/>
          </a:xfrm>
          <a:prstGeom prst="rect">
            <a:avLst/>
          </a:prstGeom>
        </p:spPr>
        <p:txBody>
          <a:bodyPr lIns="0" tIns="0" rIns="0" bIns="0" rtlCol="0" anchor="t">
            <a:spAutoFit/>
          </a:bodyPr>
          <a:lstStyle/>
          <a:p>
            <a:pPr algn="l">
              <a:lnSpc>
                <a:spcPts val="2520"/>
              </a:lnSpc>
            </a:pPr>
            <a:r>
              <a:rPr lang="en-US" sz="1300" b="0">
                <a:solidFill>
                  <a:srgbClr val="FFFFFF"/>
                </a:solidFill>
                <a:latin typeface="Arial" panose="00000800000000000000" charset="0"/>
                <a:ea typeface="Garet Bold"/>
                <a:cs typeface="Poppins Bold" panose="00000800000000000000" charset="0"/>
                <a:sym typeface="Garet Bold"/>
              </a:rPr>
              <a:t>Talep, parça grubuna uygun yöntemle aralık olarak tahmin edilir.</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marL="0" lvl="0" indent="0" algn="l">
              <a:lnSpc>
                <a:spcPts val="2520"/>
              </a:lnSpc>
              <a:spcBef>
                <a:spcPct val="0"/>
              </a:spcBef>
            </a:pPr>
            <a:r>
              <a:rPr lang="en-US" sz="1300" b="0">
                <a:solidFill>
                  <a:srgbClr val="FFFFFF"/>
                </a:solidFill>
                <a:latin typeface="Arial" panose="00000800000000000000" charset="0"/>
                <a:ea typeface="Garet Bold"/>
                <a:cs typeface="Poppins Bold" panose="00000800000000000000" charset="0"/>
                <a:sym typeface="Garet Bold"/>
              </a:rPr>
              <a:t/>
            </a:r>
          </a:p>
        </p:txBody>
      </p:sp>
      <p:sp>
        <p:nvSpPr>
          <p:cNvPr id="91" name="TextBox 91"/>
          <p:cNvSpPr txBox="1"/>
          <p:nvPr/>
        </p:nvSpPr>
        <p:spPr>
          <a:xfrm>
            <a:off x="15357424" y="4868293"/>
            <a:ext cx="2808034" cy="2869888"/>
          </a:xfrm>
          <a:prstGeom prst="rect">
            <a:avLst/>
          </a:prstGeom>
        </p:spPr>
        <p:txBody>
          <a:bodyPr lIns="0" tIns="0" rIns="0" bIns="0" rtlCol="0" anchor="t">
            <a:spAutoFit/>
          </a:bodyPr>
          <a:lstStyle/>
          <a:p>
            <a:pPr algn="l">
              <a:lnSpc>
                <a:spcPts val="2520"/>
              </a:lnSpc>
            </a:pPr>
            <a:r>
              <a:rPr lang="en-US" sz="1300" b="0" dirty="0">
                <a:solidFill>
                  <a:srgbClr val="FFFFFF"/>
                </a:solidFill>
                <a:latin typeface="Arial" panose="00000800000000000000" charset="0"/>
                <a:ea typeface="Garet Bold"/>
                <a:cs typeface="Poppins Bold" panose="00000800000000000000" charset="0"/>
                <a:sym typeface="Garet Bold"/>
              </a:rPr>
              <a:t>Krizler önceden denenir, bütçe en çok riske gider.</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dirty="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dirty="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dirty="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marL="0" lvl="0" indent="0" algn="l">
              <a:lnSpc>
                <a:spcPts val="2520"/>
              </a:lnSpc>
              <a:spcBef>
                <a:spcPct val="0"/>
              </a:spcBef>
            </a:pPr>
            <a:r>
              <a:rPr lang="en-US" sz="1300" b="0" dirty="0">
                <a:solidFill>
                  <a:srgbClr val="FFFFFF"/>
                </a:solidFill>
                <a:latin typeface="Arial" panose="00000800000000000000" charset="0"/>
                <a:ea typeface="Garet Bold"/>
                <a:cs typeface="Poppins Bold" panose="00000800000000000000" charset="0"/>
                <a:sym typeface="Garet Bold"/>
              </a:rPr>
              <a:t/>
            </a:r>
          </a:p>
        </p:txBody>
      </p:sp>
      <p:sp>
        <p:nvSpPr>
          <p:cNvPr id="92" name="TextBox 92"/>
          <p:cNvSpPr txBox="1"/>
          <p:nvPr/>
        </p:nvSpPr>
        <p:spPr>
          <a:xfrm>
            <a:off x="12358890" y="4868293"/>
            <a:ext cx="2808034" cy="2869888"/>
          </a:xfrm>
          <a:prstGeom prst="rect">
            <a:avLst/>
          </a:prstGeom>
        </p:spPr>
        <p:txBody>
          <a:bodyPr lIns="0" tIns="0" rIns="0" bIns="0" rtlCol="0" anchor="t">
            <a:spAutoFit/>
          </a:bodyPr>
          <a:lstStyle/>
          <a:p>
            <a:pPr algn="l">
              <a:lnSpc>
                <a:spcPts val="2520"/>
              </a:lnSpc>
            </a:pPr>
            <a:r>
              <a:rPr lang="en-US" sz="1300" b="0" dirty="0">
                <a:solidFill>
                  <a:srgbClr val="FFFFFF"/>
                </a:solidFill>
                <a:latin typeface="Arial" panose="00000800000000000000" charset="0"/>
                <a:ea typeface="Garet Bold"/>
                <a:cs typeface="Poppins Bold" panose="00000800000000000000" charset="0"/>
                <a:sym typeface="Garet Bold"/>
              </a:rPr>
              <a:t>Tamir, havuz, hurda ve alım tek puanla sıralanır.</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dirty="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dirty="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dirty="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marL="0" lvl="0" indent="0" algn="l">
              <a:lnSpc>
                <a:spcPts val="2520"/>
              </a:lnSpc>
              <a:spcBef>
                <a:spcPct val="0"/>
              </a:spcBef>
            </a:pPr>
            <a:r>
              <a:rPr lang="en-US" sz="1300" b="0" dirty="0">
                <a:solidFill>
                  <a:srgbClr val="FFFFFF"/>
                </a:solidFill>
                <a:latin typeface="Arial" panose="00000800000000000000" charset="0"/>
                <a:ea typeface="Garet Bold"/>
                <a:cs typeface="Poppins Bold" panose="00000800000000000000" charset="0"/>
                <a:sym typeface="Garet Bold"/>
              </a:rPr>
              <a:t/>
            </a:r>
          </a:p>
        </p:txBody>
      </p:sp>
      <p:sp>
        <p:nvSpPr>
          <p:cNvPr id="93" name="TextBox 93"/>
          <p:cNvSpPr txBox="1"/>
          <p:nvPr/>
        </p:nvSpPr>
        <p:spPr>
          <a:xfrm>
            <a:off x="9249487" y="4868293"/>
            <a:ext cx="2808034" cy="2869888"/>
          </a:xfrm>
          <a:prstGeom prst="rect">
            <a:avLst/>
          </a:prstGeom>
        </p:spPr>
        <p:txBody>
          <a:bodyPr lIns="0" tIns="0" rIns="0" bIns="0" rtlCol="0" anchor="t">
            <a:spAutoFit/>
          </a:bodyPr>
          <a:lstStyle/>
          <a:p>
            <a:pPr algn="l">
              <a:lnSpc>
                <a:spcPts val="2520"/>
              </a:lnSpc>
            </a:pPr>
            <a:r>
              <a:rPr lang="en-US" sz="1300" b="0">
                <a:solidFill>
                  <a:srgbClr val="FFFFFF"/>
                </a:solidFill>
                <a:latin typeface="Arial" panose="00000800000000000000" charset="0"/>
                <a:ea typeface="Garet Bold"/>
                <a:cs typeface="Poppins Bold" panose="00000800000000000000" charset="0"/>
                <a:sym typeface="Garet Bold"/>
              </a:rPr>
              <a:t>Stok yetmeyecekse alarm, aksiyon önerisiyle birlikte gelir.</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marL="0" lvl="0" indent="0" algn="l">
              <a:lnSpc>
                <a:spcPts val="2520"/>
              </a:lnSpc>
              <a:spcBef>
                <a:spcPct val="0"/>
              </a:spcBef>
            </a:pPr>
            <a:r>
              <a:rPr lang="en-US" sz="1300" b="0">
                <a:solidFill>
                  <a:srgbClr val="FFFFFF"/>
                </a:solidFill>
                <a:latin typeface="Arial" panose="00000800000000000000" charset="0"/>
                <a:ea typeface="Garet Bold"/>
                <a:cs typeface="Poppins Bold" panose="00000800000000000000" charset="0"/>
                <a:sym typeface="Garet Bold"/>
              </a:rPr>
              <a:t/>
            </a:r>
          </a:p>
        </p:txBody>
      </p:sp>
      <p:sp>
        <p:nvSpPr>
          <p:cNvPr id="27" name="Title 26">
            <a:extLst>
              <a:ext uri="{FF2B5EF4-FFF2-40B4-BE49-F238E27FC236}">
                <a16:creationId xmlns:a16="http://schemas.microsoft.com/office/drawing/2014/main" id="{0EE0F353-4BFF-4B56-B331-A8DB49F4C0B4}"/>
              </a:ext>
            </a:extLst>
          </p:cNvPr>
          <p:cNvSpPr>
            <a:spLocks noGrp="1"/>
          </p:cNvSpPr>
          <p:nvPr>
            <p:ph type="title"/>
          </p:nvPr>
        </p:nvSpPr>
        <p:spPr>
          <a:xfrm>
            <a:off x="483800" y="456595"/>
            <a:ext cx="11756130" cy="1143000"/>
          </a:xfrm>
        </p:spPr>
        <p:txBody>
          <a:bodyPr>
            <a:normAutofit/>
          </a:bodyPr>
          <a:lstStyle/>
          <a:p>
            <a:r>
              <a:rPr lang="tr-TR" dirty="0" b="1">
                <a:latin typeface="Arial"/>
              </a:rPr>
              <a:t>Çözüm: Uçtan Uca Bir Karar Katmanı</a:t>
            </a:r>
          </a:p>
        </p:txBody>
      </p:sp>
      <p:sp>
        <p:nvSpPr>
          <p:cNvPr id="94" name="Rounded Rectangle 93"/>
          <p:cNvSpPr/>
          <p:nvPr/>
        </p:nvSpPr>
        <p:spPr>
          <a:xfrm>
            <a:off x="199155" y="8275320"/>
            <a:ext cx="5813787" cy="475488"/>
          </a:xfrm>
          <a:prstGeom prst="roundRect">
            <a:avLst>
              <a:gd name="adj" fmla="val 50000"/>
            </a:avLst>
          </a:prstGeom>
          <a:no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07715" y="8343900"/>
            <a:ext cx="5996667" cy="384048"/>
          </a:xfrm>
          <a:prstGeom prst="rect">
            <a:avLst/>
          </a:prstGeom>
          <a:noFill/>
        </p:spPr>
        <p:txBody>
          <a:bodyPr wrap="square">
            <a:spAutoFit/>
          </a:bodyPr>
          <a:lstStyle/>
          <a:p>
            <a:pPr algn="ctr">
              <a:spcAft>
                <a:spcPts val="500"/>
              </a:spcAft>
            </a:pPr>
            <a:r>
              <a:rPr sz="1300" b="1">
                <a:solidFill>
                  <a:srgbClr val="CBBCE6"/>
                </a:solidFill>
                <a:latin typeface="Arial"/>
              </a:rPr>
              <a:t>FAZ 1 · GÖRÜNÜRLÜK</a:t>
            </a:r>
          </a:p>
        </p:txBody>
      </p:sp>
      <p:sp>
        <p:nvSpPr>
          <p:cNvPr id="96" name="Rounded Rectangle 95"/>
          <p:cNvSpPr/>
          <p:nvPr/>
        </p:nvSpPr>
        <p:spPr>
          <a:xfrm>
            <a:off x="6282499" y="8275320"/>
            <a:ext cx="5683581" cy="475488"/>
          </a:xfrm>
          <a:prstGeom prst="roundRect">
            <a:avLst>
              <a:gd name="adj" fmla="val 50000"/>
            </a:avLst>
          </a:prstGeom>
          <a:no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6191060" y="8343900"/>
            <a:ext cx="5866461" cy="384048"/>
          </a:xfrm>
          <a:prstGeom prst="rect">
            <a:avLst/>
          </a:prstGeom>
          <a:noFill/>
        </p:spPr>
        <p:txBody>
          <a:bodyPr wrap="square">
            <a:spAutoFit/>
          </a:bodyPr>
          <a:lstStyle/>
          <a:p>
            <a:pPr algn="ctr">
              <a:spcAft>
                <a:spcPts val="500"/>
              </a:spcAft>
            </a:pPr>
            <a:r>
              <a:rPr sz="1300" b="1">
                <a:solidFill>
                  <a:srgbClr val="CBBCE6"/>
                </a:solidFill>
                <a:latin typeface="Arial"/>
              </a:rPr>
              <a:t>FAZ 2 · ÖNGÖRÜ</a:t>
            </a:r>
          </a:p>
        </p:txBody>
      </p:sp>
      <p:sp>
        <p:nvSpPr>
          <p:cNvPr id="98" name="Rounded Rectangle 97"/>
          <p:cNvSpPr/>
          <p:nvPr/>
        </p:nvSpPr>
        <p:spPr>
          <a:xfrm>
            <a:off x="12450329" y="8275320"/>
            <a:ext cx="5623688" cy="475488"/>
          </a:xfrm>
          <a:prstGeom prst="roundRect">
            <a:avLst>
              <a:gd name="adj" fmla="val 50000"/>
            </a:avLst>
          </a:prstGeom>
          <a:no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2358890" y="8343900"/>
            <a:ext cx="5806568" cy="384048"/>
          </a:xfrm>
          <a:prstGeom prst="rect">
            <a:avLst/>
          </a:prstGeom>
          <a:noFill/>
        </p:spPr>
        <p:txBody>
          <a:bodyPr wrap="square">
            <a:spAutoFit/>
          </a:bodyPr>
          <a:lstStyle/>
          <a:p>
            <a:pPr algn="ctr">
              <a:spcAft>
                <a:spcPts val="500"/>
              </a:spcAft>
            </a:pPr>
            <a:r>
              <a:rPr sz="1300" b="1">
                <a:solidFill>
                  <a:srgbClr val="CBBCE6"/>
                </a:solidFill>
                <a:latin typeface="Arial"/>
              </a:rPr>
              <a:t>FAZ 3 · AKSİYON</a:t>
            </a:r>
          </a:p>
        </p:txBody>
      </p:sp>
      <p:sp>
        <p:nvSpPr>
          <p:cNvPr id="100" name="TextBox 99"/>
          <p:cNvSpPr txBox="1"/>
          <p:nvPr/>
        </p:nvSpPr>
        <p:spPr>
          <a:xfrm>
            <a:off x="548640" y="9015984"/>
            <a:ext cx="17099280" cy="548640"/>
          </a:xfrm>
          <a:prstGeom prst="rect">
            <a:avLst/>
          </a:prstGeom>
          <a:noFill/>
        </p:spPr>
        <p:txBody>
          <a:bodyPr wrap="square">
            <a:spAutoFit/>
          </a:bodyPr>
          <a:lstStyle/>
          <a:p>
            <a:pPr algn="ctr">
              <a:spcAft>
                <a:spcPts val="500"/>
              </a:spcAft>
            </a:pPr>
            <a:r>
              <a:rPr sz="1250" b="0">
                <a:solidFill>
                  <a:srgbClr val="9C8AC0"/>
                </a:solidFill>
                <a:latin typeface="Arial"/>
              </a:rPr>
              <a:t>Yol haritasında: hub’lar arası acil parça getirimi · bekleme penceresine bakım önerisi · eşzamanlı bakımda parça değişimi · geri bildirimle öğrenen model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218"/>
        </a:solidFill>
        <a:effectLst/>
      </p:bgPr>
    </p:bg>
    <p:spTree>
      <p:nvGrpSpPr>
        <p:cNvPr id="1" name=""/>
        <p:cNvGrpSpPr/>
        <p:nvPr/>
      </p:nvGrpSpPr>
      <p:grpSpPr>
        <a:xfrm>
          <a:off x="0" y="0"/>
          <a:ext cx="0" cy="0"/>
          <a:chOff x="0" y="0"/>
          <a:chExt cx="0" cy="0"/>
        </a:xfrm>
      </p:grpSpPr>
      <p:grpSp>
        <p:nvGrpSpPr>
          <p:cNvPr id="28" name="Group 28"/>
          <p:cNvGrpSpPr/>
          <p:nvPr/>
        </p:nvGrpSpPr>
        <p:grpSpPr>
          <a:xfrm>
            <a:off x="1604065" y="1943100"/>
            <a:ext cx="4859128" cy="3619359"/>
            <a:chOff x="0" y="0"/>
            <a:chExt cx="1266362" cy="943259"/>
          </a:xfrm>
        </p:grpSpPr>
        <p:sp>
          <p:nvSpPr>
            <p:cNvPr id="29" name="Freeform 29"/>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30" name="TextBox 30"/>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grpSp>
        <p:nvGrpSpPr>
          <p:cNvPr id="31" name="Group 31"/>
          <p:cNvGrpSpPr/>
          <p:nvPr/>
        </p:nvGrpSpPr>
        <p:grpSpPr>
          <a:xfrm>
            <a:off x="1604065" y="5829159"/>
            <a:ext cx="4859128" cy="3619359"/>
            <a:chOff x="0" y="0"/>
            <a:chExt cx="1266362" cy="943259"/>
          </a:xfrm>
        </p:grpSpPr>
        <p:sp>
          <p:nvSpPr>
            <p:cNvPr id="32" name="Freeform 32"/>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33" name="TextBox 33"/>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grpSp>
        <p:nvGrpSpPr>
          <p:cNvPr id="34" name="Group 34"/>
          <p:cNvGrpSpPr/>
          <p:nvPr/>
        </p:nvGrpSpPr>
        <p:grpSpPr>
          <a:xfrm>
            <a:off x="6632305" y="1943100"/>
            <a:ext cx="4859128" cy="3619359"/>
            <a:chOff x="0" y="0"/>
            <a:chExt cx="1266362" cy="943259"/>
          </a:xfrm>
        </p:grpSpPr>
        <p:sp>
          <p:nvSpPr>
            <p:cNvPr id="35" name="Freeform 35"/>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36" name="TextBox 36"/>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grpSp>
        <p:nvGrpSpPr>
          <p:cNvPr id="37" name="Group 37"/>
          <p:cNvGrpSpPr/>
          <p:nvPr/>
        </p:nvGrpSpPr>
        <p:grpSpPr>
          <a:xfrm>
            <a:off x="6632305" y="5829159"/>
            <a:ext cx="4859128" cy="3619359"/>
            <a:chOff x="0" y="0"/>
            <a:chExt cx="1266362" cy="943259"/>
          </a:xfrm>
        </p:grpSpPr>
        <p:sp>
          <p:nvSpPr>
            <p:cNvPr id="38" name="Freeform 38"/>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39" name="TextBox 39"/>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sp>
        <p:nvSpPr>
          <p:cNvPr id="40" name="TextBox 40"/>
          <p:cNvSpPr txBox="1"/>
          <p:nvPr/>
        </p:nvSpPr>
        <p:spPr>
          <a:xfrm>
            <a:off x="2502287" y="6178631"/>
            <a:ext cx="3637491" cy="290901"/>
          </a:xfrm>
          <a:prstGeom prst="rect">
            <a:avLst/>
          </a:prstGeom>
        </p:spPr>
        <p:txBody>
          <a:bodyPr lIns="0" tIns="0" rIns="0" bIns="0" rtlCol="0" anchor="t">
            <a:spAutoFit/>
          </a:bodyPr>
          <a:lstStyle/>
          <a:p>
            <a:pPr algn="l">
              <a:lnSpc>
                <a:spcPts val="2195"/>
              </a:lnSpc>
            </a:pPr>
            <a:r>
              <a:rPr lang="en-US" sz="1926" b="1">
                <a:solidFill>
                  <a:srgbClr val="FFFFFF"/>
                </a:solidFill>
                <a:latin typeface="Arial"/>
                <a:ea typeface="Poppins Semi-Bold"/>
                <a:cs typeface="Poppins Semi-Bold"/>
                <a:sym typeface="Poppins Semi-Bold"/>
              </a:rPr>
              <a:t/>
            </a:r>
          </a:p>
        </p:txBody>
      </p:sp>
      <p:sp>
        <p:nvSpPr>
          <p:cNvPr id="41" name="TextBox 41"/>
          <p:cNvSpPr txBox="1"/>
          <p:nvPr/>
        </p:nvSpPr>
        <p:spPr>
          <a:xfrm>
            <a:off x="7530527" y="5952984"/>
            <a:ext cx="3637491" cy="567126"/>
          </a:xfrm>
          <a:prstGeom prst="rect">
            <a:avLst/>
          </a:prstGeom>
        </p:spPr>
        <p:txBody>
          <a:bodyPr lIns="0" tIns="0" rIns="0" bIns="0" rtlCol="0" anchor="t">
            <a:spAutoFit/>
          </a:bodyPr>
          <a:lstStyle/>
          <a:p>
            <a:pPr algn="l">
              <a:lnSpc>
                <a:spcPts val="2195"/>
              </a:lnSpc>
            </a:pPr>
            <a:r>
              <a:rPr lang="en-US" sz="1926" b="1">
                <a:solidFill>
                  <a:srgbClr val="FFFFFF"/>
                </a:solidFill>
                <a:latin typeface="Arial"/>
                <a:ea typeface="Poppins Semi-Bold"/>
                <a:cs typeface="Poppins Semi-Bold"/>
                <a:sym typeface="Poppins Semi-Bold"/>
              </a:rPr>
              <a:t/>
            </a:r>
          </a:p>
        </p:txBody>
      </p:sp>
      <p:sp>
        <p:nvSpPr>
          <p:cNvPr id="42" name="TextBox 42"/>
          <p:cNvSpPr txBox="1"/>
          <p:nvPr/>
        </p:nvSpPr>
        <p:spPr>
          <a:xfrm>
            <a:off x="1898965" y="6651874"/>
            <a:ext cx="4240813" cy="2966720"/>
          </a:xfrm>
          <a:prstGeom prst="rect">
            <a:avLst/>
          </a:prstGeom>
        </p:spPr>
        <p:txBody>
          <a:bodyPr lIns="0" tIns="0" rIns="0" bIns="0" rtlCol="0" anchor="t">
            <a:spAutoFit/>
          </a:bodyPr>
          <a:lstStyle/>
          <a:p>
            <a:pPr algn="l">
              <a:lnSpc>
                <a:spcPts val="2380"/>
              </a:lnSpc>
            </a:pPr>
            <a:r>
              <a:rPr lang="en-US" sz="1700" spc="78">
                <a:solidFill>
                  <a:srgbClr val="FFFFFF"/>
                </a:solidFill>
                <a:latin typeface="Arial"/>
                <a:ea typeface="Poppins Thin"/>
                <a:cs typeface="Poppins Thin"/>
                <a:sym typeface="Poppins Thin"/>
              </a:rPr>
              <a:t/>
            </a:r>
          </a:p>
          <a:p>
            <a:pPr marL="0" lvl="0" indent="0" algn="l">
              <a:lnSpc>
                <a:spcPts val="2380"/>
              </a:lnSpc>
              <a:spcBef>
                <a:spcPct val="0"/>
              </a:spcBef>
            </a:pPr>
            <a:endParaRPr lang="en-US" sz="1700" spc="78">
              <a:solidFill>
                <a:srgbClr val="FFFFFF"/>
              </a:solidFill>
              <a:latin typeface="Poppins Thin"/>
              <a:ea typeface="Poppins Thin"/>
              <a:cs typeface="Poppins Thin"/>
              <a:sym typeface="Poppins Thin"/>
            </a:endParaRPr>
          </a:p>
        </p:txBody>
      </p:sp>
      <p:sp>
        <p:nvSpPr>
          <p:cNvPr id="43" name="TextBox 43"/>
          <p:cNvSpPr txBox="1"/>
          <p:nvPr/>
        </p:nvSpPr>
        <p:spPr>
          <a:xfrm>
            <a:off x="6929418" y="6901110"/>
            <a:ext cx="4403764" cy="1490345"/>
          </a:xfrm>
          <a:prstGeom prst="rect">
            <a:avLst/>
          </a:prstGeom>
        </p:spPr>
        <p:txBody>
          <a:bodyPr lIns="0" tIns="0" rIns="0" bIns="0" rtlCol="0" anchor="t">
            <a:spAutoFit/>
          </a:bodyPr>
          <a:lstStyle/>
          <a:p>
            <a:pPr marL="0" lvl="0" indent="0" algn="l">
              <a:lnSpc>
                <a:spcPts val="2380"/>
              </a:lnSpc>
              <a:spcBef>
                <a:spcPct val="0"/>
              </a:spcBef>
            </a:pPr>
            <a:r>
              <a:rPr lang="en-US" sz="1700" spc="78">
                <a:solidFill>
                  <a:srgbClr val="FFFFFF"/>
                </a:solidFill>
                <a:latin typeface="Arial"/>
                <a:ea typeface="Poppins Thin"/>
                <a:cs typeface="Poppins Thin"/>
                <a:sym typeface="Poppins Thin"/>
              </a:rPr>
              <a:t/>
            </a:r>
          </a:p>
        </p:txBody>
      </p:sp>
      <p:grpSp>
        <p:nvGrpSpPr>
          <p:cNvPr id="44" name="Group 44"/>
          <p:cNvGrpSpPr/>
          <p:nvPr/>
        </p:nvGrpSpPr>
        <p:grpSpPr>
          <a:xfrm>
            <a:off x="1604065" y="5829159"/>
            <a:ext cx="4859128" cy="3619359"/>
            <a:chOff x="0" y="0"/>
            <a:chExt cx="1266362" cy="943259"/>
          </a:xfrm>
        </p:grpSpPr>
        <p:sp>
          <p:nvSpPr>
            <p:cNvPr id="45" name="Freeform 45"/>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46" name="TextBox 46"/>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grpSp>
        <p:nvGrpSpPr>
          <p:cNvPr id="47" name="Group 47"/>
          <p:cNvGrpSpPr/>
          <p:nvPr/>
        </p:nvGrpSpPr>
        <p:grpSpPr>
          <a:xfrm>
            <a:off x="6632305" y="5829159"/>
            <a:ext cx="4859128" cy="3619359"/>
            <a:chOff x="0" y="0"/>
            <a:chExt cx="1266362" cy="943259"/>
          </a:xfrm>
        </p:grpSpPr>
        <p:sp>
          <p:nvSpPr>
            <p:cNvPr id="48" name="Freeform 48"/>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49" name="TextBox 49"/>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grpSp>
        <p:nvGrpSpPr>
          <p:cNvPr id="50" name="Group 50"/>
          <p:cNvGrpSpPr/>
          <p:nvPr/>
        </p:nvGrpSpPr>
        <p:grpSpPr>
          <a:xfrm>
            <a:off x="1896644" y="2294224"/>
            <a:ext cx="4240813" cy="2848046"/>
            <a:chOff x="0" y="0"/>
            <a:chExt cx="5654417" cy="3797395"/>
          </a:xfrm>
        </p:grpSpPr>
        <p:sp>
          <p:nvSpPr>
            <p:cNvPr id="51" name="TextBox 51"/>
            <p:cNvSpPr txBox="1"/>
            <p:nvPr/>
          </p:nvSpPr>
          <p:spPr>
            <a:xfrm>
              <a:off x="3278" y="0"/>
              <a:ext cx="5647862" cy="387868"/>
            </a:xfrm>
            <a:prstGeom prst="rect">
              <a:avLst/>
            </a:prstGeom>
          </p:spPr>
          <p:txBody>
            <a:bodyPr lIns="0" tIns="0" rIns="0" bIns="0" rtlCol="0" anchor="t">
              <a:spAutoFit/>
            </a:bodyPr>
            <a:lstStyle/>
            <a:p>
              <a:pPr algn="ctr">
                <a:lnSpc>
                  <a:spcPts val="2195"/>
                </a:lnSpc>
              </a:pPr>
              <a:r>
                <a:rPr lang="en-US" sz="1926" b="1" dirty="0">
                  <a:solidFill>
                    <a:srgbClr val="FFFFFF"/>
                  </a:solidFill>
                  <a:latin typeface="Arial"/>
                  <a:ea typeface="Poppins Bold"/>
                  <a:cs typeface="Poppins Bold"/>
                  <a:sym typeface="Poppins Bold"/>
                </a:rPr>
                <a:t>Kokpit</a:t>
              </a:r>
              <a:r>
                <a:rPr lang="en-US" sz="1926" b="1" dirty="0" err="1">
                  <a:solidFill>
                    <a:srgbClr val="FFFFFF"/>
                  </a:solidFill>
                  <a:latin typeface="Poppins Bold"/>
                  <a:ea typeface="Poppins Bold"/>
                  <a:cs typeface="Poppins Bold"/>
                  <a:sym typeface="Poppins Bold"/>
                </a:rPr>
                <a:t/>
              </a:r>
              <a:endParaRPr lang="en-US" sz="1926" b="1" dirty="0">
                <a:solidFill>
                  <a:srgbClr val="FFFFFF"/>
                </a:solidFill>
                <a:latin typeface="Poppins Bold"/>
                <a:ea typeface="Poppins Bold"/>
                <a:cs typeface="Poppins Bold"/>
                <a:sym typeface="Poppins Bold"/>
              </a:endParaRPr>
            </a:p>
          </p:txBody>
        </p:sp>
        <p:sp>
          <p:nvSpPr>
            <p:cNvPr id="52" name="TextBox 52"/>
            <p:cNvSpPr txBox="1"/>
            <p:nvPr/>
          </p:nvSpPr>
          <p:spPr>
            <a:xfrm>
              <a:off x="0" y="648218"/>
              <a:ext cx="5654417" cy="3149176"/>
            </a:xfrm>
            <a:prstGeom prst="rect">
              <a:avLst/>
            </a:prstGeom>
          </p:spPr>
          <p:txBody>
            <a:bodyPr lIns="0" tIns="0" rIns="0" bIns="0" rtlCol="0" anchor="t">
              <a:spAutoFit/>
            </a:bodyPr>
            <a:lstStyle/>
            <a:p>
              <a:pPr algn="ctr">
                <a:lnSpc>
                  <a:spcPts val="2380"/>
                </a:lnSpc>
              </a:pPr>
              <a:r>
                <a:rPr lang="en-US" sz="1700" spc="78" dirty="0">
                  <a:solidFill>
                    <a:srgbClr val="FFFFFF"/>
                  </a:solidFill>
                  <a:latin typeface="Arial"/>
                  <a:ea typeface="Poppins"/>
                  <a:cs typeface="Poppins"/>
                  <a:sym typeface="Poppins"/>
                </a:rPr>
                <a:t>Envanter, para akışı, kırmızı liste</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p>
          </p:txBody>
        </p:sp>
      </p:grpSp>
      <p:grpSp>
        <p:nvGrpSpPr>
          <p:cNvPr id="53" name="Group 53"/>
          <p:cNvGrpSpPr/>
          <p:nvPr/>
        </p:nvGrpSpPr>
        <p:grpSpPr>
          <a:xfrm>
            <a:off x="11824808" y="1943100"/>
            <a:ext cx="4859128" cy="3619359"/>
            <a:chOff x="0" y="0"/>
            <a:chExt cx="1266362" cy="943259"/>
          </a:xfrm>
        </p:grpSpPr>
        <p:sp>
          <p:nvSpPr>
            <p:cNvPr id="54" name="Freeform 54"/>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55" name="TextBox 55"/>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grpSp>
        <p:nvGrpSpPr>
          <p:cNvPr id="56" name="Group 56"/>
          <p:cNvGrpSpPr/>
          <p:nvPr/>
        </p:nvGrpSpPr>
        <p:grpSpPr>
          <a:xfrm>
            <a:off x="11824808" y="5829159"/>
            <a:ext cx="4859128" cy="3619359"/>
            <a:chOff x="0" y="0"/>
            <a:chExt cx="1266362" cy="943259"/>
          </a:xfrm>
        </p:grpSpPr>
        <p:sp>
          <p:nvSpPr>
            <p:cNvPr id="57" name="Freeform 57"/>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58" name="TextBox 58"/>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grpSp>
        <p:nvGrpSpPr>
          <p:cNvPr id="59" name="Group 59"/>
          <p:cNvGrpSpPr/>
          <p:nvPr/>
        </p:nvGrpSpPr>
        <p:grpSpPr>
          <a:xfrm>
            <a:off x="7050020" y="2294224"/>
            <a:ext cx="4240813" cy="2848046"/>
            <a:chOff x="0" y="0"/>
            <a:chExt cx="5654417" cy="3797395"/>
          </a:xfrm>
        </p:grpSpPr>
        <p:sp>
          <p:nvSpPr>
            <p:cNvPr id="60" name="TextBox 60"/>
            <p:cNvSpPr txBox="1"/>
            <p:nvPr/>
          </p:nvSpPr>
          <p:spPr>
            <a:xfrm>
              <a:off x="3278" y="0"/>
              <a:ext cx="5647862" cy="387868"/>
            </a:xfrm>
            <a:prstGeom prst="rect">
              <a:avLst/>
            </a:prstGeom>
          </p:spPr>
          <p:txBody>
            <a:bodyPr lIns="0" tIns="0" rIns="0" bIns="0" rtlCol="0" anchor="t">
              <a:spAutoFit/>
            </a:bodyPr>
            <a:lstStyle/>
            <a:p>
              <a:pPr algn="ctr">
                <a:lnSpc>
                  <a:spcPts val="2195"/>
                </a:lnSpc>
              </a:pPr>
              <a:r>
                <a:rPr lang="en-US" sz="1926" b="1">
                  <a:solidFill>
                    <a:srgbClr val="FFFFFF"/>
                  </a:solidFill>
                  <a:latin typeface="Arial"/>
                  <a:ea typeface="Poppins Bold"/>
                  <a:cs typeface="Poppins Bold"/>
                  <a:sym typeface="Poppins Bold"/>
                </a:rPr>
                <a:t>Watchlist</a:t>
              </a:r>
            </a:p>
          </p:txBody>
        </p:sp>
        <p:sp>
          <p:nvSpPr>
            <p:cNvPr id="61" name="TextBox 61"/>
            <p:cNvSpPr txBox="1"/>
            <p:nvPr/>
          </p:nvSpPr>
          <p:spPr>
            <a:xfrm>
              <a:off x="0" y="648218"/>
              <a:ext cx="5654417" cy="3149176"/>
            </a:xfrm>
            <a:prstGeom prst="rect">
              <a:avLst/>
            </a:prstGeom>
          </p:spPr>
          <p:txBody>
            <a:bodyPr lIns="0" tIns="0" rIns="0" bIns="0" rtlCol="0" anchor="t">
              <a:spAutoFit/>
            </a:bodyPr>
            <a:lstStyle/>
            <a:p>
              <a:pPr algn="ctr">
                <a:lnSpc>
                  <a:spcPts val="2380"/>
                </a:lnSpc>
              </a:pPr>
              <a:r>
                <a:rPr lang="en-US" sz="1700" spc="78">
                  <a:solidFill>
                    <a:srgbClr val="FFFFFF"/>
                  </a:solidFill>
                  <a:latin typeface="Arial"/>
                  <a:ea typeface="Poppins"/>
                  <a:cs typeface="Poppins"/>
                  <a:sym typeface="Poppins"/>
                </a:rPr>
                <a:t>Risk sırası + önerilen aksiyon</a:t>
              </a:r>
            </a:p>
          </p:txBody>
        </p:sp>
      </p:grpSp>
      <p:grpSp>
        <p:nvGrpSpPr>
          <p:cNvPr id="62" name="Group 62"/>
          <p:cNvGrpSpPr/>
          <p:nvPr/>
        </p:nvGrpSpPr>
        <p:grpSpPr>
          <a:xfrm>
            <a:off x="12203397" y="2294224"/>
            <a:ext cx="4240813" cy="2848046"/>
            <a:chOff x="0" y="0"/>
            <a:chExt cx="5654417" cy="3797395"/>
          </a:xfrm>
        </p:grpSpPr>
        <p:sp>
          <p:nvSpPr>
            <p:cNvPr id="63" name="TextBox 63"/>
            <p:cNvSpPr txBox="1"/>
            <p:nvPr/>
          </p:nvSpPr>
          <p:spPr>
            <a:xfrm>
              <a:off x="3278" y="0"/>
              <a:ext cx="5647862" cy="387868"/>
            </a:xfrm>
            <a:prstGeom prst="rect">
              <a:avLst/>
            </a:prstGeom>
          </p:spPr>
          <p:txBody>
            <a:bodyPr lIns="0" tIns="0" rIns="0" bIns="0" rtlCol="0" anchor="t">
              <a:spAutoFit/>
            </a:bodyPr>
            <a:lstStyle/>
            <a:p>
              <a:pPr algn="ctr">
                <a:lnSpc>
                  <a:spcPts val="2195"/>
                </a:lnSpc>
              </a:pPr>
              <a:r>
                <a:rPr lang="en-US" sz="1926" b="1">
                  <a:solidFill>
                    <a:srgbClr val="FFFFFF"/>
                  </a:solidFill>
                  <a:latin typeface="Arial"/>
                  <a:ea typeface="Poppins Bold"/>
                  <a:cs typeface="Poppins Bold"/>
                  <a:sym typeface="Poppins Bold"/>
                </a:rPr>
                <a:t>Öngörü &amp; AI</a:t>
              </a:r>
            </a:p>
          </p:txBody>
        </p:sp>
        <p:sp>
          <p:nvSpPr>
            <p:cNvPr id="64" name="TextBox 64"/>
            <p:cNvSpPr txBox="1"/>
            <p:nvPr/>
          </p:nvSpPr>
          <p:spPr>
            <a:xfrm>
              <a:off x="0" y="648218"/>
              <a:ext cx="5654417" cy="3149176"/>
            </a:xfrm>
            <a:prstGeom prst="rect">
              <a:avLst/>
            </a:prstGeom>
          </p:spPr>
          <p:txBody>
            <a:bodyPr lIns="0" tIns="0" rIns="0" bIns="0" rtlCol="0" anchor="t">
              <a:spAutoFit/>
            </a:bodyPr>
            <a:lstStyle/>
            <a:p>
              <a:pPr algn="ctr">
                <a:lnSpc>
                  <a:spcPts val="2380"/>
                </a:lnSpc>
              </a:pPr>
              <a:r>
                <a:rPr lang="en-US" sz="1700" spc="78">
                  <a:solidFill>
                    <a:srgbClr val="FFFFFF"/>
                  </a:solidFill>
                  <a:latin typeface="Arial"/>
                  <a:ea typeface="Poppins"/>
                  <a:cs typeface="Poppins"/>
                  <a:sym typeface="Poppins"/>
                </a:rPr>
                <a:t>Segment tahmini + cold-start</a:t>
              </a:r>
            </a:p>
          </p:txBody>
        </p:sp>
      </p:grpSp>
      <p:grpSp>
        <p:nvGrpSpPr>
          <p:cNvPr id="65" name="Group 65"/>
          <p:cNvGrpSpPr/>
          <p:nvPr/>
        </p:nvGrpSpPr>
        <p:grpSpPr>
          <a:xfrm>
            <a:off x="1870217" y="6178631"/>
            <a:ext cx="4240813" cy="2848046"/>
            <a:chOff x="0" y="0"/>
            <a:chExt cx="5654417" cy="3797395"/>
          </a:xfrm>
        </p:grpSpPr>
        <p:sp>
          <p:nvSpPr>
            <p:cNvPr id="66" name="TextBox 66"/>
            <p:cNvSpPr txBox="1"/>
            <p:nvPr/>
          </p:nvSpPr>
          <p:spPr>
            <a:xfrm>
              <a:off x="3278" y="0"/>
              <a:ext cx="5647862" cy="387868"/>
            </a:xfrm>
            <a:prstGeom prst="rect">
              <a:avLst/>
            </a:prstGeom>
          </p:spPr>
          <p:txBody>
            <a:bodyPr lIns="0" tIns="0" rIns="0" bIns="0" rtlCol="0" anchor="t">
              <a:spAutoFit/>
            </a:bodyPr>
            <a:lstStyle/>
            <a:p>
              <a:pPr algn="ctr">
                <a:lnSpc>
                  <a:spcPts val="2195"/>
                </a:lnSpc>
              </a:pPr>
              <a:r>
                <a:rPr lang="en-US" sz="1926" b="1">
                  <a:solidFill>
                    <a:srgbClr val="FFFFFF"/>
                  </a:solidFill>
                  <a:latin typeface="Arial"/>
                  <a:ea typeface="Poppins Bold"/>
                  <a:cs typeface="Poppins Bold"/>
                  <a:sym typeface="Poppins Bold"/>
                </a:rPr>
                <a:t>Harita</a:t>
              </a:r>
            </a:p>
          </p:txBody>
        </p:sp>
        <p:sp>
          <p:nvSpPr>
            <p:cNvPr id="67" name="TextBox 67"/>
            <p:cNvSpPr txBox="1"/>
            <p:nvPr/>
          </p:nvSpPr>
          <p:spPr>
            <a:xfrm>
              <a:off x="0" y="648218"/>
              <a:ext cx="5654417" cy="3149176"/>
            </a:xfrm>
            <a:prstGeom prst="rect">
              <a:avLst/>
            </a:prstGeom>
          </p:spPr>
          <p:txBody>
            <a:bodyPr lIns="0" tIns="0" rIns="0" bIns="0" rtlCol="0" anchor="t">
              <a:spAutoFit/>
            </a:bodyPr>
            <a:lstStyle/>
            <a:p>
              <a:pPr algn="ctr">
                <a:lnSpc>
                  <a:spcPts val="2380"/>
                </a:lnSpc>
              </a:pPr>
              <a:r>
                <a:rPr lang="en-US" sz="1700" spc="78">
                  <a:solidFill>
                    <a:srgbClr val="FFFFFF"/>
                  </a:solidFill>
                  <a:latin typeface="Arial"/>
                  <a:ea typeface="Poppins"/>
                  <a:cs typeface="Poppins"/>
                  <a:sym typeface="Poppins"/>
                </a:rPr>
                <a:t>25 istasyon, krizin ağa etkisi</a:t>
              </a:r>
            </a:p>
          </p:txBody>
        </p:sp>
      </p:grpSp>
      <p:grpSp>
        <p:nvGrpSpPr>
          <p:cNvPr id="68" name="Group 68"/>
          <p:cNvGrpSpPr/>
          <p:nvPr/>
        </p:nvGrpSpPr>
        <p:grpSpPr>
          <a:xfrm>
            <a:off x="7023594" y="6178631"/>
            <a:ext cx="4240813" cy="2848046"/>
            <a:chOff x="0" y="0"/>
            <a:chExt cx="5654417" cy="3797395"/>
          </a:xfrm>
        </p:grpSpPr>
        <p:sp>
          <p:nvSpPr>
            <p:cNvPr id="69" name="TextBox 69"/>
            <p:cNvSpPr txBox="1"/>
            <p:nvPr/>
          </p:nvSpPr>
          <p:spPr>
            <a:xfrm>
              <a:off x="3278" y="0"/>
              <a:ext cx="5647862" cy="387868"/>
            </a:xfrm>
            <a:prstGeom prst="rect">
              <a:avLst/>
            </a:prstGeom>
          </p:spPr>
          <p:txBody>
            <a:bodyPr lIns="0" tIns="0" rIns="0" bIns="0" rtlCol="0" anchor="t">
              <a:spAutoFit/>
            </a:bodyPr>
            <a:lstStyle/>
            <a:p>
              <a:pPr algn="ctr">
                <a:lnSpc>
                  <a:spcPts val="2195"/>
                </a:lnSpc>
              </a:pPr>
              <a:r>
                <a:rPr lang="en-US" sz="1926" b="1">
                  <a:solidFill>
                    <a:srgbClr val="FFFFFF"/>
                  </a:solidFill>
                  <a:latin typeface="Arial"/>
                  <a:ea typeface="Poppins Bold"/>
                  <a:cs typeface="Poppins Bold"/>
                  <a:sym typeface="Poppins Bold"/>
                </a:rPr>
                <a:t>Senaryo</a:t>
              </a:r>
            </a:p>
          </p:txBody>
        </p:sp>
        <p:sp>
          <p:nvSpPr>
            <p:cNvPr id="70" name="TextBox 70"/>
            <p:cNvSpPr txBox="1"/>
            <p:nvPr/>
          </p:nvSpPr>
          <p:spPr>
            <a:xfrm>
              <a:off x="0" y="648218"/>
              <a:ext cx="5654417" cy="3149176"/>
            </a:xfrm>
            <a:prstGeom prst="rect">
              <a:avLst/>
            </a:prstGeom>
          </p:spPr>
          <p:txBody>
            <a:bodyPr lIns="0" tIns="0" rIns="0" bIns="0" rtlCol="0" anchor="t">
              <a:spAutoFit/>
            </a:bodyPr>
            <a:lstStyle/>
            <a:p>
              <a:pPr algn="ctr">
                <a:lnSpc>
                  <a:spcPts val="2380"/>
                </a:lnSpc>
              </a:pPr>
              <a:r>
                <a:rPr lang="en-US" sz="1700" spc="78">
                  <a:solidFill>
                    <a:srgbClr val="FFFFFF"/>
                  </a:solidFill>
                  <a:latin typeface="Arial"/>
                  <a:ea typeface="Poppins"/>
                  <a:cs typeface="Poppins"/>
                  <a:sym typeface="Poppins"/>
                </a:rPr>
                <a:t>Kriz ve parametreler tek ekranda</a:t>
              </a:r>
            </a:p>
          </p:txBody>
        </p:sp>
      </p:grpSp>
      <p:grpSp>
        <p:nvGrpSpPr>
          <p:cNvPr id="71" name="Group 71"/>
          <p:cNvGrpSpPr/>
          <p:nvPr/>
        </p:nvGrpSpPr>
        <p:grpSpPr>
          <a:xfrm>
            <a:off x="12176970" y="6178631"/>
            <a:ext cx="4240813" cy="2848046"/>
            <a:chOff x="0" y="0"/>
            <a:chExt cx="5654417" cy="3797395"/>
          </a:xfrm>
        </p:grpSpPr>
        <p:sp>
          <p:nvSpPr>
            <p:cNvPr id="72" name="TextBox 72"/>
            <p:cNvSpPr txBox="1"/>
            <p:nvPr/>
          </p:nvSpPr>
          <p:spPr>
            <a:xfrm>
              <a:off x="3278" y="0"/>
              <a:ext cx="5647862" cy="387868"/>
            </a:xfrm>
            <a:prstGeom prst="rect">
              <a:avLst/>
            </a:prstGeom>
          </p:spPr>
          <p:txBody>
            <a:bodyPr lIns="0" tIns="0" rIns="0" bIns="0" rtlCol="0" anchor="t">
              <a:spAutoFit/>
            </a:bodyPr>
            <a:lstStyle/>
            <a:p>
              <a:pPr algn="ctr">
                <a:lnSpc>
                  <a:spcPts val="2195"/>
                </a:lnSpc>
              </a:pPr>
              <a:r>
                <a:rPr lang="en-US" sz="1926" b="1">
                  <a:solidFill>
                    <a:srgbClr val="FFFFFF"/>
                  </a:solidFill>
                  <a:latin typeface="Arial"/>
                  <a:ea typeface="Poppins Bold"/>
                  <a:cs typeface="Poppins Bold"/>
                  <a:sym typeface="Poppins Bold"/>
                </a:rPr>
                <a:t>Doğrulanmış Çekirdek</a:t>
              </a:r>
            </a:p>
          </p:txBody>
        </p:sp>
        <p:sp>
          <p:nvSpPr>
            <p:cNvPr id="73" name="TextBox 73"/>
            <p:cNvSpPr txBox="1"/>
            <p:nvPr/>
          </p:nvSpPr>
          <p:spPr>
            <a:xfrm>
              <a:off x="0" y="648218"/>
              <a:ext cx="5654417" cy="3149176"/>
            </a:xfrm>
            <a:prstGeom prst="rect">
              <a:avLst/>
            </a:prstGeom>
          </p:spPr>
          <p:txBody>
            <a:bodyPr lIns="0" tIns="0" rIns="0" bIns="0" rtlCol="0" anchor="t">
              <a:spAutoFit/>
            </a:bodyPr>
            <a:lstStyle/>
            <a:p>
              <a:pPr algn="ctr">
                <a:lnSpc>
                  <a:spcPts val="2380"/>
                </a:lnSpc>
              </a:pPr>
              <a:r>
                <a:rPr lang="en-US" sz="1700" spc="78">
                  <a:solidFill>
                    <a:srgbClr val="FFFFFF"/>
                  </a:solidFill>
                  <a:latin typeface="Arial"/>
                  <a:ea typeface="Poppins"/>
                  <a:cs typeface="Poppins"/>
                  <a:sym typeface="Poppins"/>
                </a:rPr>
                <a:t>Float %97, geri test binde 4</a:t>
              </a:r>
            </a:p>
          </p:txBody>
        </p:sp>
      </p:grpSp>
      <p:sp>
        <p:nvSpPr>
          <p:cNvPr id="75" name="Title 74">
            <a:extLst>
              <a:ext uri="{FF2B5EF4-FFF2-40B4-BE49-F238E27FC236}">
                <a16:creationId xmlns:a16="http://schemas.microsoft.com/office/drawing/2014/main" id="{D6D58E3C-84C0-46E8-9CC0-9F447F34845A}"/>
              </a:ext>
            </a:extLst>
          </p:cNvPr>
          <p:cNvSpPr>
            <a:spLocks noGrp="1"/>
          </p:cNvSpPr>
          <p:nvPr>
            <p:ph type="title"/>
          </p:nvPr>
        </p:nvSpPr>
        <p:spPr/>
        <p:txBody>
          <a:bodyPr/>
          <a:lstStyle/>
          <a:p>
            <a:r>
              <a:rPr lang="tr-TR" dirty="0" b="1">
                <a:latin typeface="Arial"/>
              </a:rPr>
              <a:t>Prototip: Tek Dosyalık Canlı Dashboard</a:t>
            </a:r>
          </a:p>
        </p:txBody>
      </p:sp>
      <p:pic>
        <p:nvPicPr>
          <p:cNvPr id="76" name="Picture 75" descr="kokpit.png"/>
          <p:cNvPicPr>
            <a:picLocks noChangeAspect="1"/>
          </p:cNvPicPr>
          <p:nvPr/>
        </p:nvPicPr>
        <p:blipFill>
          <a:blip r:embed="rId2"/>
          <a:stretch>
            <a:fillRect/>
          </a:stretch>
        </p:blipFill>
        <p:spPr>
          <a:xfrm>
            <a:off x="2234972" y="3190336"/>
            <a:ext cx="3566160" cy="1883664"/>
          </a:xfrm>
          <a:prstGeom prst="rect">
            <a:avLst/>
          </a:prstGeom>
          <a:ln w="12700">
            <a:solidFill>
              <a:srgbClr val="6C4795"/>
            </a:solidFill>
          </a:ln>
        </p:spPr>
      </p:pic>
      <p:pic>
        <p:nvPicPr>
          <p:cNvPr id="77" name="Picture 76" descr="watch.png"/>
          <p:cNvPicPr>
            <a:picLocks noChangeAspect="1"/>
          </p:cNvPicPr>
          <p:nvPr/>
        </p:nvPicPr>
        <p:blipFill>
          <a:blip r:embed="rId3"/>
          <a:stretch>
            <a:fillRect/>
          </a:stretch>
        </p:blipFill>
        <p:spPr>
          <a:xfrm>
            <a:off x="7388347" y="3190336"/>
            <a:ext cx="3566160" cy="1883664"/>
          </a:xfrm>
          <a:prstGeom prst="rect">
            <a:avLst/>
          </a:prstGeom>
          <a:ln w="12700">
            <a:solidFill>
              <a:srgbClr val="6C4795"/>
            </a:solidFill>
          </a:ln>
        </p:spPr>
      </p:pic>
      <p:pic>
        <p:nvPicPr>
          <p:cNvPr id="78" name="Picture 77" descr="ongoru.png"/>
          <p:cNvPicPr>
            <a:picLocks noChangeAspect="1"/>
          </p:cNvPicPr>
          <p:nvPr/>
        </p:nvPicPr>
        <p:blipFill>
          <a:blip r:embed="rId4"/>
          <a:stretch>
            <a:fillRect/>
          </a:stretch>
        </p:blipFill>
        <p:spPr>
          <a:xfrm>
            <a:off x="12541724" y="3190336"/>
            <a:ext cx="3566160" cy="1883664"/>
          </a:xfrm>
          <a:prstGeom prst="rect">
            <a:avLst/>
          </a:prstGeom>
          <a:ln w="12700">
            <a:solidFill>
              <a:srgbClr val="6C4795"/>
            </a:solidFill>
          </a:ln>
        </p:spPr>
      </p:pic>
      <p:pic>
        <p:nvPicPr>
          <p:cNvPr id="79" name="Picture 78" descr="harita.png"/>
          <p:cNvPicPr>
            <a:picLocks noChangeAspect="1"/>
          </p:cNvPicPr>
          <p:nvPr/>
        </p:nvPicPr>
        <p:blipFill>
          <a:blip r:embed="rId5"/>
          <a:stretch>
            <a:fillRect/>
          </a:stretch>
        </p:blipFill>
        <p:spPr>
          <a:xfrm>
            <a:off x="2208545" y="7074743"/>
            <a:ext cx="3566160" cy="1883664"/>
          </a:xfrm>
          <a:prstGeom prst="rect">
            <a:avLst/>
          </a:prstGeom>
          <a:ln w="12700">
            <a:solidFill>
              <a:srgbClr val="6C4795"/>
            </a:solidFill>
          </a:ln>
        </p:spPr>
      </p:pic>
      <p:pic>
        <p:nvPicPr>
          <p:cNvPr id="80" name="Picture 79" descr="senaryo.png"/>
          <p:cNvPicPr>
            <a:picLocks noChangeAspect="1"/>
          </p:cNvPicPr>
          <p:nvPr/>
        </p:nvPicPr>
        <p:blipFill>
          <a:blip r:embed="rId6"/>
          <a:stretch>
            <a:fillRect/>
          </a:stretch>
        </p:blipFill>
        <p:spPr>
          <a:xfrm>
            <a:off x="7361921" y="7074743"/>
            <a:ext cx="3566160" cy="1883664"/>
          </a:xfrm>
          <a:prstGeom prst="rect">
            <a:avLst/>
          </a:prstGeom>
          <a:ln w="12700">
            <a:solidFill>
              <a:srgbClr val="6C4795"/>
            </a:solidFill>
          </a:ln>
        </p:spPr>
      </p:pic>
      <p:pic>
        <p:nvPicPr>
          <p:cNvPr id="81" name="Picture 80" descr="cekirdek.png"/>
          <p:cNvPicPr>
            <a:picLocks noChangeAspect="1"/>
          </p:cNvPicPr>
          <p:nvPr/>
        </p:nvPicPr>
        <p:blipFill>
          <a:blip r:embed="rId7"/>
          <a:stretch>
            <a:fillRect/>
          </a:stretch>
        </p:blipFill>
        <p:spPr>
          <a:xfrm>
            <a:off x="12515298" y="7074743"/>
            <a:ext cx="3566160" cy="1883664"/>
          </a:xfrm>
          <a:prstGeom prst="rect">
            <a:avLst/>
          </a:prstGeom>
          <a:ln w="12700">
            <a:solidFill>
              <a:srgbClr val="6C4795"/>
            </a:solid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218"/>
        </a:solidFill>
        <a:effectLst/>
      </p:bgPr>
    </p:bg>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E7718AC1-ADD5-4499-8129-F3636A526937}"/>
              </a:ext>
            </a:extLst>
          </p:cNvPr>
          <p:cNvSpPr>
            <a:spLocks noGrp="1"/>
          </p:cNvSpPr>
          <p:nvPr>
            <p:ph type="title"/>
          </p:nvPr>
        </p:nvSpPr>
        <p:spPr/>
        <p:txBody>
          <a:bodyPr/>
          <a:lstStyle/>
          <a:p>
            <a:r>
              <a:rPr lang="tr-TR" dirty="0" b="1">
                <a:latin typeface="Arial"/>
              </a:rPr>
              <a:t>Öngörü Motoru ve Copilot</a:t>
            </a:r>
          </a:p>
        </p:txBody>
      </p:sp>
      <p:sp>
        <p:nvSpPr>
          <p:cNvPr id="30" name="Rounded Rectangle 29"/>
          <p:cNvSpPr/>
          <p:nvPr/>
        </p:nvSpPr>
        <p:spPr>
          <a:xfrm>
            <a:off x="548640" y="2103120"/>
            <a:ext cx="2697480" cy="1417320"/>
          </a:xfrm>
          <a:prstGeom prst="roundRect">
            <a:avLst>
              <a:gd name="adj" fmla="val 10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2800" b="1">
                <a:solidFill>
                  <a:srgbClr val="5CD6BE"/>
                </a:solidFill>
                <a:latin typeface="Arial"/>
              </a:rPr>
              <a:t>1 YIL</a:t>
            </a:r>
          </a:p>
          <a:p>
            <a:pPr algn="ctr"/>
            <a:r>
              <a:rPr sz="1250" b="0">
                <a:solidFill>
                  <a:srgbClr val="CBBCE6"/>
                </a:solidFill>
                <a:latin typeface="Arial"/>
              </a:rPr>
              <a:t>sipariş planı</a:t>
            </a:r>
          </a:p>
        </p:txBody>
      </p:sp>
      <p:sp>
        <p:nvSpPr>
          <p:cNvPr id="31" name="Rounded Rectangle 30"/>
          <p:cNvSpPr/>
          <p:nvPr/>
        </p:nvSpPr>
        <p:spPr>
          <a:xfrm>
            <a:off x="3474720" y="2103120"/>
            <a:ext cx="2697480" cy="1417320"/>
          </a:xfrm>
          <a:prstGeom prst="roundRect">
            <a:avLst>
              <a:gd name="adj" fmla="val 10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2800" b="1">
                <a:solidFill>
                  <a:srgbClr val="F2B34C"/>
                </a:solidFill>
                <a:latin typeface="Arial"/>
              </a:rPr>
              <a:t>5 YIL</a:t>
            </a:r>
          </a:p>
          <a:p>
            <a:pPr algn="ctr"/>
            <a:r>
              <a:rPr sz="1250" b="0">
                <a:solidFill>
                  <a:srgbClr val="CBBCE6"/>
                </a:solidFill>
                <a:latin typeface="Arial"/>
              </a:rPr>
              <a:t>bütçe ve filo</a:t>
            </a:r>
          </a:p>
        </p:txBody>
      </p:sp>
      <p:sp>
        <p:nvSpPr>
          <p:cNvPr id="32" name="Rounded Rectangle 31"/>
          <p:cNvSpPr/>
          <p:nvPr/>
        </p:nvSpPr>
        <p:spPr>
          <a:xfrm>
            <a:off x="6400800" y="2103120"/>
            <a:ext cx="2697480" cy="1417320"/>
          </a:xfrm>
          <a:prstGeom prst="roundRect">
            <a:avLst>
              <a:gd name="adj" fmla="val 10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2800" b="1">
                <a:solidFill>
                  <a:srgbClr val="E85BD0"/>
                </a:solidFill>
                <a:latin typeface="Arial"/>
              </a:rPr>
              <a:t>10 YIL</a:t>
            </a:r>
          </a:p>
          <a:p>
            <a:pPr algn="ctr"/>
            <a:r>
              <a:rPr sz="1250" b="0">
                <a:solidFill>
                  <a:srgbClr val="CBBCE6"/>
                </a:solidFill>
                <a:latin typeface="Arial"/>
              </a:rPr>
              <a:t>kabiliyet yatırımı</a:t>
            </a:r>
          </a:p>
        </p:txBody>
      </p:sp>
      <p:sp>
        <p:nvSpPr>
          <p:cNvPr id="33" name="Rounded Rectangle 32"/>
          <p:cNvSpPr/>
          <p:nvPr/>
        </p:nvSpPr>
        <p:spPr>
          <a:xfrm>
            <a:off x="548640" y="4069080"/>
            <a:ext cx="1874519" cy="777240"/>
          </a:xfrm>
          <a:prstGeom prst="roundRect">
            <a:avLst>
              <a:gd name="adj" fmla="val 22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İstatistik tabanı</a:t>
            </a:r>
          </a:p>
        </p:txBody>
      </p:sp>
      <p:sp>
        <p:nvSpPr>
          <p:cNvPr id="34" name="Rounded Rectangle 33"/>
          <p:cNvSpPr/>
          <p:nvPr/>
        </p:nvSpPr>
        <p:spPr>
          <a:xfrm>
            <a:off x="2788920" y="4069080"/>
            <a:ext cx="1874519" cy="777240"/>
          </a:xfrm>
          <a:prstGeom prst="roundRect">
            <a:avLst>
              <a:gd name="adj" fmla="val 22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AI düzeltmesi</a:t>
            </a:r>
          </a:p>
        </p:txBody>
      </p:sp>
      <p:sp>
        <p:nvSpPr>
          <p:cNvPr id="35" name="TextBox 34"/>
          <p:cNvSpPr txBox="1"/>
          <p:nvPr/>
        </p:nvSpPr>
        <p:spPr>
          <a:xfrm>
            <a:off x="2359152" y="4224528"/>
            <a:ext cx="457200" cy="457200"/>
          </a:xfrm>
          <a:prstGeom prst="rect">
            <a:avLst/>
          </a:prstGeom>
          <a:noFill/>
        </p:spPr>
        <p:txBody>
          <a:bodyPr wrap="square">
            <a:spAutoFit/>
          </a:bodyPr>
          <a:lstStyle/>
          <a:p>
            <a:pPr>
              <a:spcAft>
                <a:spcPts val="500"/>
              </a:spcAft>
            </a:pPr>
            <a:r>
              <a:rPr sz="2000" b="1">
                <a:solidFill>
                  <a:srgbClr val="9C8AC0"/>
                </a:solidFill>
                <a:latin typeface="Arial"/>
              </a:rPr>
              <a:t>→</a:t>
            </a:r>
          </a:p>
        </p:txBody>
      </p:sp>
      <p:sp>
        <p:nvSpPr>
          <p:cNvPr id="36" name="Rounded Rectangle 35"/>
          <p:cNvSpPr/>
          <p:nvPr/>
        </p:nvSpPr>
        <p:spPr>
          <a:xfrm>
            <a:off x="5029200" y="4069080"/>
            <a:ext cx="1874519" cy="777240"/>
          </a:xfrm>
          <a:prstGeom prst="roundRect">
            <a:avLst>
              <a:gd name="adj" fmla="val 22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İnsan onayı</a:t>
            </a:r>
          </a:p>
        </p:txBody>
      </p:sp>
      <p:sp>
        <p:nvSpPr>
          <p:cNvPr id="37" name="TextBox 36"/>
          <p:cNvSpPr txBox="1"/>
          <p:nvPr/>
        </p:nvSpPr>
        <p:spPr>
          <a:xfrm>
            <a:off x="4599432" y="4224528"/>
            <a:ext cx="457200" cy="457200"/>
          </a:xfrm>
          <a:prstGeom prst="rect">
            <a:avLst/>
          </a:prstGeom>
          <a:noFill/>
        </p:spPr>
        <p:txBody>
          <a:bodyPr wrap="square">
            <a:spAutoFit/>
          </a:bodyPr>
          <a:lstStyle/>
          <a:p>
            <a:pPr>
              <a:spcAft>
                <a:spcPts val="500"/>
              </a:spcAft>
            </a:pPr>
            <a:r>
              <a:rPr sz="2000" b="1">
                <a:solidFill>
                  <a:srgbClr val="9C8AC0"/>
                </a:solidFill>
                <a:latin typeface="Arial"/>
              </a:rPr>
              <a:t>→</a:t>
            </a:r>
          </a:p>
        </p:txBody>
      </p:sp>
      <p:sp>
        <p:nvSpPr>
          <p:cNvPr id="38" name="Rounded Rectangle 37"/>
          <p:cNvSpPr/>
          <p:nvPr/>
        </p:nvSpPr>
        <p:spPr>
          <a:xfrm>
            <a:off x="7269480" y="4069080"/>
            <a:ext cx="1874519" cy="777240"/>
          </a:xfrm>
          <a:prstGeom prst="roundRect">
            <a:avLst>
              <a:gd name="adj" fmla="val 22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Geri bildirim</a:t>
            </a:r>
          </a:p>
        </p:txBody>
      </p:sp>
      <p:sp>
        <p:nvSpPr>
          <p:cNvPr id="39" name="TextBox 38"/>
          <p:cNvSpPr txBox="1"/>
          <p:nvPr/>
        </p:nvSpPr>
        <p:spPr>
          <a:xfrm>
            <a:off x="6839712" y="4224528"/>
            <a:ext cx="457200" cy="457200"/>
          </a:xfrm>
          <a:prstGeom prst="rect">
            <a:avLst/>
          </a:prstGeom>
          <a:noFill/>
        </p:spPr>
        <p:txBody>
          <a:bodyPr wrap="square">
            <a:spAutoFit/>
          </a:bodyPr>
          <a:lstStyle/>
          <a:p>
            <a:pPr>
              <a:spcAft>
                <a:spcPts val="500"/>
              </a:spcAft>
            </a:pPr>
            <a:r>
              <a:rPr sz="2000" b="1">
                <a:solidFill>
                  <a:srgbClr val="9C8AC0"/>
                </a:solidFill>
                <a:latin typeface="Arial"/>
              </a:rPr>
              <a:t>→</a:t>
            </a:r>
          </a:p>
        </p:txBody>
      </p:sp>
      <p:sp>
        <p:nvSpPr>
          <p:cNvPr id="40" name="TextBox 39"/>
          <p:cNvSpPr txBox="1"/>
          <p:nvPr/>
        </p:nvSpPr>
        <p:spPr>
          <a:xfrm>
            <a:off x="548640" y="5047488"/>
            <a:ext cx="8549640" cy="777240"/>
          </a:xfrm>
          <a:prstGeom prst="rect">
            <a:avLst/>
          </a:prstGeom>
          <a:noFill/>
        </p:spPr>
        <p:txBody>
          <a:bodyPr wrap="square">
            <a:spAutoFit/>
          </a:bodyPr>
          <a:lstStyle/>
          <a:p>
            <a:pPr>
              <a:spcAft>
                <a:spcPts val="500"/>
              </a:spcAft>
            </a:pPr>
            <a:r>
              <a:rPr sz="1250" b="0">
                <a:solidFill>
                  <a:srgbClr val="9C8AC0"/>
                </a:solidFill>
                <a:latin typeface="Arial"/>
              </a:rPr>
              <a:t>Kabul oranı modeli eğitir ve otomasyon eşiğini belirler. Geçmişi olmayan parça benzerinden başlar.</a:t>
            </a:r>
          </a:p>
          <a:p>
            <a:pPr>
              <a:spcAft>
                <a:spcPts val="500"/>
              </a:spcAft>
            </a:pPr>
            <a:r>
              <a:rPr sz="1250" b="0">
                <a:solidFill>
                  <a:srgbClr val="CBBCE6"/>
                </a:solidFill>
                <a:latin typeface="Arial"/>
              </a:rPr>
              <a:t>AI bugün öneri modunda, kararı klasik yöntem verir.</a:t>
            </a:r>
          </a:p>
        </p:txBody>
      </p:sp>
      <p:sp>
        <p:nvSpPr>
          <p:cNvPr id="41" name="Rounded Rectangle 40"/>
          <p:cNvSpPr/>
          <p:nvPr/>
        </p:nvSpPr>
        <p:spPr>
          <a:xfrm>
            <a:off x="548640" y="6053328"/>
            <a:ext cx="2697480" cy="1417320"/>
          </a:xfrm>
          <a:prstGeom prst="roundRect">
            <a:avLst>
              <a:gd name="adj" fmla="val 10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3000" b="1">
                <a:solidFill>
                  <a:srgbClr val="5CD6BE"/>
                </a:solidFill>
                <a:latin typeface="Arial"/>
              </a:rPr>
              <a:t>%97</a:t>
            </a:r>
          </a:p>
          <a:p>
            <a:pPr algn="ctr"/>
            <a:r>
              <a:rPr sz="1250" b="0">
                <a:solidFill>
                  <a:srgbClr val="CBBCE6"/>
                </a:solidFill>
                <a:latin typeface="Arial"/>
              </a:rPr>
              <a:t>float saha uyumu</a:t>
            </a:r>
          </a:p>
        </p:txBody>
      </p:sp>
      <p:sp>
        <p:nvSpPr>
          <p:cNvPr id="42" name="Rounded Rectangle 41"/>
          <p:cNvSpPr/>
          <p:nvPr/>
        </p:nvSpPr>
        <p:spPr>
          <a:xfrm>
            <a:off x="3474720" y="6053328"/>
            <a:ext cx="2697480" cy="1417320"/>
          </a:xfrm>
          <a:prstGeom prst="roundRect">
            <a:avLst>
              <a:gd name="adj" fmla="val 10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2600" b="1">
                <a:solidFill>
                  <a:srgbClr val="5CD6BE"/>
                </a:solidFill>
                <a:latin typeface="Arial"/>
              </a:rPr>
              <a:t>binde 4</a:t>
            </a:r>
          </a:p>
          <a:p>
            <a:pPr algn="ctr"/>
            <a:r>
              <a:rPr sz="1250" b="0">
                <a:solidFill>
                  <a:srgbClr val="CBBCE6"/>
                </a:solidFill>
                <a:latin typeface="Arial"/>
              </a:rPr>
              <a:t>geri test hatası</a:t>
            </a:r>
          </a:p>
        </p:txBody>
      </p:sp>
      <p:sp>
        <p:nvSpPr>
          <p:cNvPr id="43" name="Rounded Rectangle 42"/>
          <p:cNvSpPr/>
          <p:nvPr/>
        </p:nvSpPr>
        <p:spPr>
          <a:xfrm>
            <a:off x="6400800" y="6053328"/>
            <a:ext cx="2697480" cy="1417320"/>
          </a:xfrm>
          <a:prstGeom prst="roundRect">
            <a:avLst>
              <a:gd name="adj" fmla="val 10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3000" b="1">
                <a:solidFill>
                  <a:srgbClr val="5CD6BE"/>
                </a:solidFill>
                <a:latin typeface="Arial"/>
              </a:rPr>
              <a:t>%99,5</a:t>
            </a:r>
          </a:p>
          <a:p>
            <a:pPr algn="ctr"/>
            <a:r>
              <a:rPr sz="1250" b="0">
                <a:solidFill>
                  <a:srgbClr val="CBBCE6"/>
                </a:solidFill>
                <a:latin typeface="Arial"/>
              </a:rPr>
              <a:t>simülasyon uyumu</a:t>
            </a:r>
          </a:p>
        </p:txBody>
      </p:sp>
      <p:sp>
        <p:nvSpPr>
          <p:cNvPr id="44" name="TextBox 43"/>
          <p:cNvSpPr txBox="1"/>
          <p:nvPr/>
        </p:nvSpPr>
        <p:spPr>
          <a:xfrm>
            <a:off x="9646920" y="2103120"/>
            <a:ext cx="7635240" cy="457200"/>
          </a:xfrm>
          <a:prstGeom prst="rect">
            <a:avLst/>
          </a:prstGeom>
          <a:noFill/>
        </p:spPr>
        <p:txBody>
          <a:bodyPr wrap="square">
            <a:spAutoFit/>
          </a:bodyPr>
          <a:lstStyle/>
          <a:p>
            <a:pPr>
              <a:spcAft>
                <a:spcPts val="500"/>
              </a:spcAft>
            </a:pPr>
            <a:r>
              <a:rPr sz="1600" b="1">
                <a:solidFill>
                  <a:srgbClr val="E85BD0"/>
                </a:solidFill>
                <a:latin typeface="Arial"/>
              </a:rPr>
              <a:t>Copilot · ikinci faz vizyonu</a:t>
            </a:r>
          </a:p>
        </p:txBody>
      </p:sp>
      <p:sp>
        <p:nvSpPr>
          <p:cNvPr id="45" name="Rounded Rectangle 44"/>
          <p:cNvSpPr/>
          <p:nvPr/>
        </p:nvSpPr>
        <p:spPr>
          <a:xfrm>
            <a:off x="10607040" y="2743200"/>
            <a:ext cx="6675120" cy="1051560"/>
          </a:xfrm>
          <a:prstGeom prst="roundRect">
            <a:avLst>
              <a:gd name="adj" fmla="val 16000"/>
            </a:avLst>
          </a:prstGeom>
          <a:solidFill>
            <a:srgbClr val="371F52"/>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ctr"/>
            <a:r>
              <a:rPr sz="1100" b="1">
                <a:solidFill>
                  <a:srgbClr val="9C8AC0"/>
                </a:solidFill>
                <a:latin typeface="Arial"/>
              </a:rPr>
              <a:t>OPERATÖR  </a:t>
            </a:r>
            <a:r>
              <a:rPr sz="1350" b="0">
                <a:solidFill>
                  <a:srgbClr val="FFFFFF"/>
                </a:solidFill>
                <a:latin typeface="Arial"/>
              </a:rPr>
              <a:t>TC-JSA yarın İzmir’e uçacak. Riskli parçası var mı?</a:t>
            </a:r>
          </a:p>
        </p:txBody>
      </p:sp>
      <p:sp>
        <p:nvSpPr>
          <p:cNvPr id="46" name="Rounded Rectangle 45"/>
          <p:cNvSpPr/>
          <p:nvPr/>
        </p:nvSpPr>
        <p:spPr>
          <a:xfrm>
            <a:off x="9646920" y="4023360"/>
            <a:ext cx="6675120" cy="1600200"/>
          </a:xfrm>
          <a:prstGeom prst="roundRect">
            <a:avLst>
              <a:gd name="adj" fmla="val 16000"/>
            </a:avLst>
          </a:prstGeom>
          <a:solidFill>
            <a:srgbClr val="432663"/>
          </a:solidFill>
          <a:ln w="15240">
            <a:solidFill>
              <a:srgbClr val="E85BD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ctr"/>
            <a:r>
              <a:rPr sz="1100" b="1">
                <a:solidFill>
                  <a:srgbClr val="E85BD0"/>
                </a:solidFill>
                <a:latin typeface="Arial"/>
              </a:rPr>
              <a:t>COPILOT  </a:t>
            </a:r>
            <a:r>
              <a:rPr sz="1350" b="0">
                <a:solidFill>
                  <a:srgbClr val="FFFFFF"/>
                </a:solidFill>
                <a:latin typeface="Arial"/>
              </a:rPr>
              <a:t>3 parça kırmızıda. PN-101741 için öneri: havuzdan değişim, 3 gün. Gerekçe ve geçmiş katkısı ekli.</a:t>
            </a:r>
          </a:p>
        </p:txBody>
      </p:sp>
      <p:sp>
        <p:nvSpPr>
          <p:cNvPr id="47" name="Rounded Rectangle 46"/>
          <p:cNvSpPr/>
          <p:nvPr/>
        </p:nvSpPr>
        <p:spPr>
          <a:xfrm>
            <a:off x="10607040" y="5852160"/>
            <a:ext cx="6675120" cy="1051560"/>
          </a:xfrm>
          <a:prstGeom prst="roundRect">
            <a:avLst>
              <a:gd name="adj" fmla="val 16000"/>
            </a:avLst>
          </a:prstGeom>
          <a:solidFill>
            <a:srgbClr val="371F52"/>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ctr"/>
            <a:r>
              <a:rPr sz="1100" b="1">
                <a:solidFill>
                  <a:srgbClr val="9C8AC0"/>
                </a:solidFill>
                <a:latin typeface="Arial"/>
              </a:rPr>
              <a:t>OPERATÖR  </a:t>
            </a:r>
            <a:r>
              <a:rPr sz="1350" b="0">
                <a:solidFill>
                  <a:srgbClr val="FFFFFF"/>
                </a:solidFill>
                <a:latin typeface="Arial"/>
              </a:rPr>
              <a:t>Onayla. Raporu vardiya notuna ekle.</a:t>
            </a:r>
          </a:p>
        </p:txBody>
      </p:sp>
      <p:sp>
        <p:nvSpPr>
          <p:cNvPr id="48" name="TextBox 47"/>
          <p:cNvSpPr txBox="1"/>
          <p:nvPr/>
        </p:nvSpPr>
        <p:spPr>
          <a:xfrm>
            <a:off x="9646920" y="7022592"/>
            <a:ext cx="7635240" cy="822960"/>
          </a:xfrm>
          <a:prstGeom prst="rect">
            <a:avLst/>
          </a:prstGeom>
          <a:noFill/>
        </p:spPr>
        <p:txBody>
          <a:bodyPr wrap="square">
            <a:spAutoFit/>
          </a:bodyPr>
          <a:lstStyle/>
          <a:p>
            <a:pPr>
              <a:spcAft>
                <a:spcPts val="500"/>
              </a:spcAft>
            </a:pPr>
            <a:r>
              <a:rPr sz="1300" b="0">
                <a:solidFill>
                  <a:srgbClr val="CBBCE6"/>
                </a:solidFill>
                <a:latin typeface="Arial"/>
              </a:rPr>
              <a:t>Ayrık sistemlerin üzerinde tek soru-cevap yüzeyi. Her cevap loglanır,</a:t>
            </a:r>
          </a:p>
          <a:p>
            <a:pPr>
              <a:spcAft>
                <a:spcPts val="500"/>
              </a:spcAft>
            </a:pPr>
            <a:r>
              <a:rPr sz="1300" b="0">
                <a:solidFill>
                  <a:srgbClr val="CBBCE6"/>
                </a:solidFill>
                <a:latin typeface="Arial"/>
              </a:rPr>
              <a:t>merkezi rapor formatına düşer. Mimari mikroservis.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51">
            <a:extLst>
              <a:ext uri="{FF2B5EF4-FFF2-40B4-BE49-F238E27FC236}">
                <a16:creationId xmlns:a16="http://schemas.microsoft.com/office/drawing/2014/main" id="{2ED4C533-4AB7-3A49-D674-7EF861C21E70}"/>
              </a:ext>
            </a:extLst>
          </p:cNvPr>
          <p:cNvSpPr txBox="1">
            <a:spLocks/>
          </p:cNvSpPr>
          <p:nvPr/>
        </p:nvSpPr>
        <p:spPr>
          <a:xfrm>
            <a:off x="483800" y="456595"/>
            <a:ext cx="9344550" cy="1143000"/>
          </a:xfrm>
          <a:prstGeom prst="rect">
            <a:avLst/>
          </a:prstGeom>
        </p:spPr>
        <p:txBody>
          <a:bodyPr vert="horz" lIns="91440" tIns="45720" rIns="91440" bIns="45720" rtlCol="0" anchor="ctr">
            <a:normAutofit/>
          </a:bodyPr>
          <a:lstStyle>
            <a:lvl1pPr>
              <a:spcBef>
                <a:spcPct val="0"/>
              </a:spcBef>
              <a:buNone/>
              <a:defRPr sz="4400" b="1">
                <a:solidFill>
                  <a:schemeClr val="bg1"/>
                </a:solidFill>
                <a:latin typeface="Poppins Bold" panose="00000800000000000000" charset="0"/>
                <a:ea typeface="+mj-ea"/>
                <a:cs typeface="Poppins Bold" panose="00000800000000000000" charset="0"/>
              </a:defRPr>
            </a:lvl1pPr>
          </a:lstStyle>
          <a:p>
            <a:r>
              <a:rPr lang="tr-TR" dirty="0" b="1">
                <a:latin typeface="Arial"/>
              </a:rPr>
              <a:t>Önceliklendirme, Kriz Dayanıklılığı ve Başarı Ölçütü</a:t>
            </a:r>
          </a:p>
        </p:txBody>
      </p:sp>
      <p:sp>
        <p:nvSpPr>
          <p:cNvPr id="5" name="Rounded Rectangle 4"/>
          <p:cNvSpPr/>
          <p:nvPr/>
        </p:nvSpPr>
        <p:spPr>
          <a:xfrm>
            <a:off x="347472" y="1938527"/>
            <a:ext cx="5797296" cy="7278624"/>
          </a:xfrm>
          <a:prstGeom prst="roundRect">
            <a:avLst>
              <a:gd name="adj" fmla="val 55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03120"/>
            <a:ext cx="5394960" cy="6949440"/>
          </a:xfrm>
          <a:prstGeom prst="rect">
            <a:avLst/>
          </a:prstGeom>
          <a:noFill/>
        </p:spPr>
        <p:txBody>
          <a:bodyPr wrap="square">
            <a:spAutoFit/>
          </a:bodyPr>
          <a:lstStyle/>
          <a:p>
            <a:pPr>
              <a:spcAft>
                <a:spcPts val="500"/>
              </a:spcAft>
            </a:pPr>
            <a:r>
              <a:rPr sz="1500" b="1">
                <a:solidFill>
                  <a:srgbClr val="E85BD0"/>
                </a:solidFill>
                <a:latin typeface="Arial"/>
              </a:rPr>
              <a:t>ÖNCELİK</a:t>
            </a:r>
          </a:p>
          <a:p>
            <a:pPr>
              <a:spcAft>
                <a:spcPts val="500"/>
              </a:spcAft>
            </a:pPr>
            <a:r>
              <a:rPr sz="4000" b="1">
                <a:solidFill>
                  <a:srgbClr val="FFFFFF"/>
                </a:solidFill>
                <a:latin typeface="Arial"/>
              </a:rPr>
              <a:t>12,1 M$/yıl</a:t>
            </a:r>
          </a:p>
          <a:p>
            <a:pPr>
              <a:spcAft>
                <a:spcPts val="500"/>
              </a:spcAft>
            </a:pPr>
            <a:r>
              <a:rPr sz="1300" b="0">
                <a:solidFill>
                  <a:srgbClr val="CBBCE6"/>
                </a:solidFill>
                <a:latin typeface="Arial"/>
              </a:rPr>
              <a:t>kabiliyet yatırımının getirisi, 547 parça</a:t>
            </a:r>
          </a:p>
          <a:p>
            <a:pPr>
              <a:spcAft>
                <a:spcPts val="500"/>
              </a:spcAft>
            </a:pPr>
            <a:r>
              <a:rPr sz="1300" b="0">
                <a:solidFill>
                  <a:srgbClr val="CBBCE6"/>
                </a:solidFill>
                <a:latin typeface="Arial"/>
              </a:rPr>
              <a:t>Üç para akışı: 67,8 · 23,3→39,0 · 52,0 M$. Her alım, risk başına kazanca göre sıralanır.</a:t>
            </a:r>
          </a:p>
        </p:txBody>
      </p:sp>
      <p:sp>
        <p:nvSpPr>
          <p:cNvPr id="7" name="Rounded Rectangle 6"/>
          <p:cNvSpPr/>
          <p:nvPr/>
        </p:nvSpPr>
        <p:spPr>
          <a:xfrm>
            <a:off x="6336792" y="1938527"/>
            <a:ext cx="5797296" cy="7278624"/>
          </a:xfrm>
          <a:prstGeom prst="roundRect">
            <a:avLst>
              <a:gd name="adj" fmla="val 55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2103120"/>
            <a:ext cx="5394960" cy="6949440"/>
          </a:xfrm>
          <a:prstGeom prst="rect">
            <a:avLst/>
          </a:prstGeom>
          <a:noFill/>
        </p:spPr>
        <p:txBody>
          <a:bodyPr wrap="square">
            <a:spAutoFit/>
          </a:bodyPr>
          <a:lstStyle/>
          <a:p>
            <a:pPr>
              <a:spcAft>
                <a:spcPts val="500"/>
              </a:spcAft>
            </a:pPr>
            <a:r>
              <a:rPr sz="1500" b="1">
                <a:solidFill>
                  <a:srgbClr val="E85BD0"/>
                </a:solidFill>
                <a:latin typeface="Arial"/>
              </a:rPr>
              <a:t>KRİZ PROVASI</a:t>
            </a:r>
          </a:p>
          <a:p>
            <a:pPr>
              <a:spcAft>
                <a:spcPts val="500"/>
              </a:spcAft>
            </a:pPr>
            <a:r>
              <a:rPr sz="4000" b="1">
                <a:solidFill>
                  <a:srgbClr val="FFFFFF"/>
                </a:solidFill>
                <a:latin typeface="Arial"/>
              </a:rPr>
              <a:t>134 → 477</a:t>
            </a:r>
          </a:p>
          <a:p>
            <a:pPr>
              <a:spcAft>
                <a:spcPts val="500"/>
              </a:spcAft>
            </a:pPr>
            <a:r>
              <a:rPr sz="1300" b="0">
                <a:solidFill>
                  <a:srgbClr val="CBBCE6"/>
                </a:solidFill>
                <a:latin typeface="Arial"/>
              </a:rPr>
              <a:t>motor krizinde kırmızı liste, tek tıkla</a:t>
            </a:r>
          </a:p>
          <a:p>
            <a:pPr>
              <a:spcAft>
                <a:spcPts val="500"/>
              </a:spcAft>
            </a:pPr>
            <a:r>
              <a:rPr sz="1300" b="0">
                <a:solidFill>
                  <a:srgbClr val="CBBCE6"/>
                </a:solidFill>
                <a:latin typeface="Arial"/>
              </a:rPr>
              <a:t>Simülasyon aynı senaryoda 796 parça ve 39,4 M$ ek ihtiyaç gösterir. Plan her çeyrek prova edilir.</a:t>
            </a:r>
          </a:p>
        </p:txBody>
      </p:sp>
      <p:sp>
        <p:nvSpPr>
          <p:cNvPr id="9" name="Rounded Rectangle 8"/>
          <p:cNvSpPr/>
          <p:nvPr/>
        </p:nvSpPr>
        <p:spPr>
          <a:xfrm>
            <a:off x="12326111" y="1938527"/>
            <a:ext cx="5522976" cy="7278624"/>
          </a:xfrm>
          <a:prstGeom prst="roundRect">
            <a:avLst>
              <a:gd name="adj" fmla="val 55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527280" y="2103120"/>
            <a:ext cx="5120640" cy="6949440"/>
          </a:xfrm>
          <a:prstGeom prst="rect">
            <a:avLst/>
          </a:prstGeom>
          <a:noFill/>
        </p:spPr>
        <p:txBody>
          <a:bodyPr wrap="square">
            <a:spAutoFit/>
          </a:bodyPr>
          <a:lstStyle/>
          <a:p>
            <a:pPr>
              <a:spcAft>
                <a:spcPts val="500"/>
              </a:spcAft>
            </a:pPr>
            <a:r>
              <a:rPr sz="1500" b="1">
                <a:solidFill>
                  <a:srgbClr val="E85BD0"/>
                </a:solidFill>
                <a:latin typeface="Arial"/>
              </a:rPr>
              <a:t>BAŞARI ÖLÇÜTÜ</a:t>
            </a:r>
          </a:p>
          <a:p>
            <a:pPr>
              <a:spcAft>
                <a:spcPts val="500"/>
              </a:spcAft>
            </a:pPr>
            <a:r>
              <a:rPr sz="4000" b="1">
                <a:solidFill>
                  <a:srgbClr val="FFFFFF"/>
                </a:solidFill>
                <a:latin typeface="Arial"/>
              </a:rPr>
              <a:t>72 → 0</a:t>
            </a:r>
          </a:p>
          <a:p>
            <a:pPr>
              <a:spcAft>
                <a:spcPts val="500"/>
              </a:spcAft>
            </a:pPr>
            <a:r>
              <a:rPr sz="1300" b="0">
                <a:solidFill>
                  <a:srgbClr val="CBBCE6"/>
                </a:solidFill>
                <a:latin typeface="Arial"/>
              </a:rPr>
              <a:t>siparişsiz kritik parça ilk fazda sıfırlanır</a:t>
            </a:r>
          </a:p>
          <a:p>
            <a:pPr>
              <a:spcAft>
                <a:spcPts val="500"/>
              </a:spcAft>
            </a:pPr>
            <a:r>
              <a:rPr sz="1300" b="0">
                <a:solidFill>
                  <a:srgbClr val="CBBCE6"/>
                </a:solidFill>
                <a:latin typeface="Arial"/>
              </a:rPr>
              <a:t>Ana ölçüt: parça yüzünden yerde bekleyen uçak oranının düşmesi. Kritik karşılama %97-98 üstünde tutulur.</a:t>
            </a:r>
          </a:p>
        </p:txBody>
      </p:sp>
      <p:pic>
        <p:nvPicPr>
          <p:cNvPr id="11" name="Picture 10" descr="s6_taps.png"/>
          <p:cNvPicPr>
            <a:picLocks noChangeAspect="1"/>
          </p:cNvPicPr>
          <p:nvPr/>
        </p:nvPicPr>
        <p:blipFill>
          <a:blip r:embed="rId2"/>
          <a:stretch>
            <a:fillRect/>
          </a:stretch>
        </p:blipFill>
        <p:spPr>
          <a:xfrm>
            <a:off x="1005840" y="5669280"/>
            <a:ext cx="4480560" cy="2770632"/>
          </a:xfrm>
          <a:prstGeom prst="rect">
            <a:avLst/>
          </a:prstGeom>
        </p:spPr>
      </p:pic>
      <p:pic>
        <p:nvPicPr>
          <p:cNvPr id="12" name="Picture 11" descr="s6_kriz.png"/>
          <p:cNvPicPr>
            <a:picLocks noChangeAspect="1"/>
          </p:cNvPicPr>
          <p:nvPr/>
        </p:nvPicPr>
        <p:blipFill>
          <a:blip r:embed="rId3"/>
          <a:stretch>
            <a:fillRect/>
          </a:stretch>
        </p:blipFill>
        <p:spPr>
          <a:xfrm>
            <a:off x="6995160" y="5669280"/>
            <a:ext cx="4480560" cy="2770632"/>
          </a:xfrm>
          <a:prstGeom prst="rect">
            <a:avLst/>
          </a:prstGeom>
        </p:spPr>
      </p:pic>
      <p:pic>
        <p:nvPicPr>
          <p:cNvPr id="13" name="Picture 12" descr="s6_basari.png"/>
          <p:cNvPicPr>
            <a:picLocks noChangeAspect="1"/>
          </p:cNvPicPr>
          <p:nvPr/>
        </p:nvPicPr>
        <p:blipFill>
          <a:blip r:embed="rId4"/>
          <a:stretch>
            <a:fillRect/>
          </a:stretch>
        </p:blipFill>
        <p:spPr>
          <a:xfrm>
            <a:off x="12938760" y="5669280"/>
            <a:ext cx="4297680" cy="2752344"/>
          </a:xfrm>
          <a:prstGeom prst="rect">
            <a:avLst/>
          </a:prstGeom>
        </p:spPr>
      </p:pic>
    </p:spTree>
    <p:extLst>
      <p:ext uri="{BB962C8B-B14F-4D97-AF65-F5344CB8AC3E}">
        <p14:creationId xmlns:p14="http://schemas.microsoft.com/office/powerpoint/2010/main" val="12516168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C1D52"/>
        </a:solidFill>
        <a:effectLst/>
      </p:bgPr>
    </p:bg>
    <p:spTree>
      <p:nvGrpSpPr>
        <p:cNvPr id="1" name=""/>
        <p:cNvGrpSpPr/>
        <p:nvPr/>
      </p:nvGrpSpPr>
      <p:grpSpPr>
        <a:xfrm>
          <a:off x="0" y="0"/>
          <a:ext cx="0" cy="0"/>
          <a:chOff x="0" y="0"/>
          <a:chExt cx="0" cy="0"/>
        </a:xfrm>
      </p:grpSpPr>
      <p:sp>
        <p:nvSpPr>
          <p:cNvPr id="2" name="TextBox 1"/>
          <p:cNvSpPr txBox="1"/>
          <p:nvPr/>
        </p:nvSpPr>
        <p:spPr>
          <a:xfrm>
            <a:off x="1097280" y="1554480"/>
            <a:ext cx="16093440" cy="2194560"/>
          </a:xfrm>
          <a:prstGeom prst="rect">
            <a:avLst/>
          </a:prstGeom>
          <a:noFill/>
        </p:spPr>
        <p:txBody>
          <a:bodyPr wrap="square">
            <a:spAutoFit/>
          </a:bodyPr>
          <a:lstStyle/>
          <a:p>
            <a:pPr>
              <a:spcAft>
                <a:spcPts val="500"/>
              </a:spcAft>
            </a:pPr>
            <a:r>
              <a:rPr sz="2600" b="1">
                <a:solidFill>
                  <a:srgbClr val="FFFFFF"/>
                </a:solidFill>
                <a:latin typeface="Arial"/>
              </a:rPr>
              <a:t>Catalyst · komponent envanteri için uçtan uca karar katmanı</a:t>
            </a:r>
          </a:p>
          <a:p>
            <a:pPr>
              <a:spcAft>
                <a:spcPts val="500"/>
              </a:spcAft>
            </a:pPr>
            <a:r>
              <a:rPr sz="1800" b="0">
                <a:solidFill>
                  <a:srgbClr val="CBBCE6"/>
                </a:solidFill>
                <a:latin typeface="Arial"/>
              </a:rPr>
              <a:t>Tahmin, alarm, aksiyon ve senaryo tek platformda. Tüm sayılar yeniden üretilebilir.</a:t>
            </a:r>
          </a:p>
        </p:txBody>
      </p:sp>
      <p:sp>
        <p:nvSpPr>
          <p:cNvPr id="3" name="Rounded Rectangle 2"/>
          <p:cNvSpPr/>
          <p:nvPr/>
        </p:nvSpPr>
        <p:spPr>
          <a:xfrm>
            <a:off x="896112" y="4544568"/>
            <a:ext cx="8449056" cy="3438144"/>
          </a:xfrm>
          <a:prstGeom prst="roundRect">
            <a:avLst>
              <a:gd name="adj" fmla="val 55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709160"/>
            <a:ext cx="8046720" cy="3108960"/>
          </a:xfrm>
          <a:prstGeom prst="rect">
            <a:avLst/>
          </a:prstGeom>
          <a:noFill/>
        </p:spPr>
        <p:txBody>
          <a:bodyPr wrap="square">
            <a:spAutoFit/>
          </a:bodyPr>
          <a:lstStyle/>
          <a:p>
            <a:pPr>
              <a:spcAft>
                <a:spcPts val="500"/>
              </a:spcAft>
            </a:pPr>
            <a:r>
              <a:rPr sz="1500" b="1">
                <a:solidFill>
                  <a:srgbClr val="E85BD0"/>
                </a:solidFill>
                <a:latin typeface="Arial"/>
              </a:rPr>
              <a:t>RİSKLER VE KARŞILIKLARI</a:t>
            </a:r>
          </a:p>
          <a:p>
            <a:pPr>
              <a:spcAft>
                <a:spcPts val="500"/>
              </a:spcAft>
            </a:pPr>
            <a:r>
              <a:rPr sz="1400" b="0">
                <a:solidFill>
                  <a:srgbClr val="CBBCE6"/>
                </a:solidFill>
                <a:latin typeface="Arial"/>
              </a:rPr>
              <a:t>Veri kalitesi → faz geçişi ölçüte bağlı</a:t>
            </a:r>
          </a:p>
          <a:p>
            <a:pPr>
              <a:spcAft>
                <a:spcPts val="500"/>
              </a:spcAft>
            </a:pPr>
            <a:r>
              <a:rPr sz="1400" b="0">
                <a:solidFill>
                  <a:srgbClr val="CBBCE6"/>
                </a:solidFill>
                <a:latin typeface="Arial"/>
              </a:rPr>
              <a:t>Model hatası → öneri modu, eşiksiz otomasyon yok</a:t>
            </a:r>
          </a:p>
          <a:p>
            <a:pPr>
              <a:spcAft>
                <a:spcPts val="500"/>
              </a:spcAft>
            </a:pPr>
            <a:r>
              <a:rPr sz="1400" b="0">
                <a:solidFill>
                  <a:srgbClr val="CBBCE6"/>
                </a:solidFill>
                <a:latin typeface="Arial"/>
              </a:rPr>
              <a:t>Benimseme → uyarı önerisiyle gelir, geri bildirim ölçülür</a:t>
            </a:r>
          </a:p>
          <a:p>
            <a:pPr>
              <a:spcAft>
                <a:spcPts val="500"/>
              </a:spcAft>
            </a:pPr>
            <a:r>
              <a:rPr sz="1400" b="0">
                <a:solidFill>
                  <a:srgbClr val="CBBCE6"/>
                </a:solidFill>
                <a:latin typeface="Arial"/>
              </a:rPr>
              <a:t>Entegrasyon → salt okunur, hiçbir kaynağa yazılmaz</a:t>
            </a:r>
          </a:p>
        </p:txBody>
      </p:sp>
      <p:sp>
        <p:nvSpPr>
          <p:cNvPr id="5" name="TextBox 4"/>
          <p:cNvSpPr txBox="1"/>
          <p:nvPr/>
        </p:nvSpPr>
        <p:spPr>
          <a:xfrm>
            <a:off x="1097280" y="8732520"/>
            <a:ext cx="16093440" cy="822960"/>
          </a:xfrm>
          <a:prstGeom prst="rect">
            <a:avLst/>
          </a:prstGeom>
          <a:noFill/>
        </p:spPr>
        <p:txBody>
          <a:bodyPr wrap="square">
            <a:spAutoFit/>
          </a:bodyPr>
          <a:lstStyle/>
          <a:p>
            <a:pPr>
              <a:spcAft>
                <a:spcPts val="500"/>
              </a:spcAft>
            </a:pPr>
            <a:r>
              <a:rPr sz="1500" b="0">
                <a:solidFill>
                  <a:srgbClr val="CBBCE6"/>
                </a:solidFill>
                <a:latin typeface="Arial"/>
              </a:rPr>
              <a:t>Canlı demo ve tüm sayıların yeniden üretimi için hazırız  ·  Grup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Belge" ma:contentTypeID="0x0101002CE1E3FE0C01D54A87C70E2BF977E270" ma:contentTypeVersion="7" ma:contentTypeDescription="Yeni belge oluşturun." ma:contentTypeScope="" ma:versionID="29a5349e0f798aae68fe3c4020c37b51">
  <xsd:schema xmlns:xsd="http://www.w3.org/2001/XMLSchema" xmlns:xs="http://www.w3.org/2001/XMLSchema" xmlns:p="http://schemas.microsoft.com/office/2006/metadata/properties" xmlns:ns2="96915b1a-16ed-49c5-840b-d635c360daf3" targetNamespace="http://schemas.microsoft.com/office/2006/metadata/properties" ma:root="true" ma:fieldsID="3135bb095a10b3c87f1ffdea0eb2a1bf" ns2:_="">
    <xsd:import namespace="96915b1a-16ed-49c5-840b-d635c360daf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915b1a-16ed-49c5-840b-d635c360daf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BAC10EA-245A-415B-918F-539DB0265E82}"/>
</file>

<file path=customXml/itemProps2.xml><?xml version="1.0" encoding="utf-8"?>
<ds:datastoreItem xmlns:ds="http://schemas.openxmlformats.org/officeDocument/2006/customXml" ds:itemID="{EAAF031C-E53C-4C2E-8CD5-7D8A48378DBB}">
  <ds:schemaRefs>
    <ds:schemaRef ds:uri="http://schemas.microsoft.com/office/2006/metadata/properties"/>
    <ds:schemaRef ds:uri="http://schemas.microsoft.com/office/infopath/2007/PartnerControls"/>
    <ds:schemaRef ds:uri="f283dca3-71b7-4198-b50d-6ed96f6ac6c9"/>
    <ds:schemaRef ds:uri="ee289c5a-4b87-45fa-b5f5-c39abd7e0d6e"/>
  </ds:schemaRefs>
</ds:datastoreItem>
</file>

<file path=customXml/itemProps3.xml><?xml version="1.0" encoding="utf-8"?>
<ds:datastoreItem xmlns:ds="http://schemas.openxmlformats.org/officeDocument/2006/customXml" ds:itemID="{97C8B4AE-54BB-4FA3-9025-4AC34513C73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11597</TotalTime>
  <Words>432</Words>
  <Application>Microsoft Office PowerPoint</Application>
  <PresentationFormat>Özel</PresentationFormat>
  <Paragraphs>81</Paragraphs>
  <Slides>7</Slides>
  <Notes>0</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7</vt:i4>
      </vt:variant>
    </vt:vector>
  </HeadingPairs>
  <TitlesOfParts>
    <vt:vector size="14" baseType="lpstr">
      <vt:lpstr>Calibri</vt:lpstr>
      <vt:lpstr>Poppins Bold</vt:lpstr>
      <vt:lpstr>Poppins Thin</vt:lpstr>
      <vt:lpstr>Poppins</vt:lpstr>
      <vt:lpstr>Poppins Semi-Bold</vt:lpstr>
      <vt:lpstr>Arial</vt:lpstr>
      <vt:lpstr>Office Theme</vt:lpstr>
      <vt:lpstr>PowerPoint Sunusu</vt:lpstr>
      <vt:lpstr>BAŞLIK</vt:lpstr>
      <vt:lpstr>BAŞLIK</vt:lpstr>
      <vt:lpstr>Başlık</vt:lpstr>
      <vt:lpstr>BAŞLIK</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Oryantasyon Sunum Şablonu</dc:title>
  <dc:creator>ELIF GUNAY - Insan Kaynaklari Mukemmeliyet Merkezi Mudurlugu</dc:creator>
  <cp:lastModifiedBy>Elif Günay</cp:lastModifiedBy>
  <cp:revision>14</cp:revision>
  <dcterms:created xsi:type="dcterms:W3CDTF">2006-08-16T00:00:00Z</dcterms:created>
  <dcterms:modified xsi:type="dcterms:W3CDTF">2026-04-22T09:22:01Z</dcterms:modified>
  <dc:identifier>DAG7TE8X8lM</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afd3599-0f4f-4f44-ad97-dd2909d383ab_Enabled">
    <vt:lpwstr>true</vt:lpwstr>
  </property>
  <property fmtid="{D5CDD505-2E9C-101B-9397-08002B2CF9AE}" pid="3" name="MSIP_Label_5afd3599-0f4f-4f44-ad97-dd2909d383ab_SetDate">
    <vt:lpwstr>2026-01-06T10:54:10Z</vt:lpwstr>
  </property>
  <property fmtid="{D5CDD505-2E9C-101B-9397-08002B2CF9AE}" pid="4" name="MSIP_Label_5afd3599-0f4f-4f44-ad97-dd2909d383ab_Method">
    <vt:lpwstr>Privileged</vt:lpwstr>
  </property>
  <property fmtid="{D5CDD505-2E9C-101B-9397-08002B2CF9AE}" pid="5" name="MSIP_Label_5afd3599-0f4f-4f44-ad97-dd2909d383ab_Name">
    <vt:lpwstr>Personal</vt:lpwstr>
  </property>
  <property fmtid="{D5CDD505-2E9C-101B-9397-08002B2CF9AE}" pid="6" name="MSIP_Label_5afd3599-0f4f-4f44-ad97-dd2909d383ab_SiteId">
    <vt:lpwstr>745a1b8b-9958-4d1e-ac1c-f741f0ff4eba</vt:lpwstr>
  </property>
  <property fmtid="{D5CDD505-2E9C-101B-9397-08002B2CF9AE}" pid="7" name="MSIP_Label_5afd3599-0f4f-4f44-ad97-dd2909d383ab_ActionId">
    <vt:lpwstr>b7861972-e192-446b-bcad-1cdfbe82ddbd</vt:lpwstr>
  </property>
  <property fmtid="{D5CDD505-2E9C-101B-9397-08002B2CF9AE}" pid="8" name="MSIP_Label_5afd3599-0f4f-4f44-ad97-dd2909d383ab_ContentBits">
    <vt:lpwstr>1</vt:lpwstr>
  </property>
  <property fmtid="{D5CDD505-2E9C-101B-9397-08002B2CF9AE}" pid="9" name="ContentTypeId">
    <vt:lpwstr>0x0101002CE1E3FE0C01D54A87C70E2BF977E270</vt:lpwstr>
  </property>
</Properties>
</file>